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726"/>
  </p:normalViewPr>
  <p:slideViewPr>
    <p:cSldViewPr>
      <p:cViewPr varScale="1">
        <p:scale>
          <a:sx n="160" d="100"/>
          <a:sy n="160" d="100"/>
        </p:scale>
        <p:origin x="784" y="1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02615" y="175894"/>
            <a:ext cx="8333740" cy="4495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5/4/26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5/4/26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5/4/26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5/4/26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5/4/26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4329" y="149605"/>
            <a:ext cx="8529002" cy="7498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319270" y="1316355"/>
            <a:ext cx="4529455" cy="21710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5/4/26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2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g"/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5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43725" y="1819275"/>
            <a:ext cx="400050" cy="628650"/>
          </a:xfrm>
          <a:custGeom>
            <a:avLst/>
            <a:gdLst/>
            <a:ahLst/>
            <a:cxnLst/>
            <a:rect l="l" t="t" r="r" b="b"/>
            <a:pathLst>
              <a:path w="400050" h="628650">
                <a:moveTo>
                  <a:pt x="5969" y="0"/>
                </a:moveTo>
                <a:lnTo>
                  <a:pt x="3809" y="0"/>
                </a:lnTo>
                <a:lnTo>
                  <a:pt x="2285" y="0"/>
                </a:lnTo>
                <a:lnTo>
                  <a:pt x="0" y="1524"/>
                </a:lnTo>
                <a:lnTo>
                  <a:pt x="0" y="389508"/>
                </a:lnTo>
                <a:lnTo>
                  <a:pt x="238886" y="628650"/>
                </a:lnTo>
                <a:lnTo>
                  <a:pt x="398525" y="628650"/>
                </a:lnTo>
                <a:lnTo>
                  <a:pt x="400050" y="627126"/>
                </a:lnTo>
                <a:lnTo>
                  <a:pt x="400050" y="622681"/>
                </a:lnTo>
                <a:lnTo>
                  <a:pt x="397764" y="621157"/>
                </a:lnTo>
                <a:lnTo>
                  <a:pt x="242570" y="621157"/>
                </a:lnTo>
                <a:lnTo>
                  <a:pt x="8254" y="386588"/>
                </a:lnTo>
                <a:lnTo>
                  <a:pt x="8254" y="1524"/>
                </a:lnTo>
                <a:lnTo>
                  <a:pt x="5969" y="0"/>
                </a:lnTo>
                <a:close/>
              </a:path>
            </a:pathLst>
          </a:custGeom>
          <a:solidFill>
            <a:srgbClr val="CECECE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7219950" y="1085850"/>
            <a:ext cx="857250" cy="828675"/>
            <a:chOff x="7219950" y="1085850"/>
            <a:chExt cx="857250" cy="828675"/>
          </a:xfrm>
        </p:grpSpPr>
        <p:sp>
          <p:nvSpPr>
            <p:cNvPr id="4" name="object 4"/>
            <p:cNvSpPr/>
            <p:nvPr/>
          </p:nvSpPr>
          <p:spPr>
            <a:xfrm>
              <a:off x="7677150" y="1400175"/>
              <a:ext cx="400050" cy="514350"/>
            </a:xfrm>
            <a:custGeom>
              <a:avLst/>
              <a:gdLst/>
              <a:ahLst/>
              <a:cxnLst/>
              <a:rect l="l" t="t" r="r" b="b"/>
              <a:pathLst>
                <a:path w="400050" h="514350">
                  <a:moveTo>
                    <a:pt x="397764" y="0"/>
                  </a:moveTo>
                  <a:lnTo>
                    <a:pt x="396240" y="0"/>
                  </a:lnTo>
                  <a:lnTo>
                    <a:pt x="394080" y="0"/>
                  </a:lnTo>
                  <a:lnTo>
                    <a:pt x="391795" y="1524"/>
                  </a:lnTo>
                  <a:lnTo>
                    <a:pt x="391795" y="271399"/>
                  </a:lnTo>
                  <a:lnTo>
                    <a:pt x="157479" y="506094"/>
                  </a:lnTo>
                  <a:lnTo>
                    <a:pt x="2285" y="506094"/>
                  </a:lnTo>
                  <a:lnTo>
                    <a:pt x="0" y="508381"/>
                  </a:lnTo>
                  <a:lnTo>
                    <a:pt x="0" y="512063"/>
                  </a:lnTo>
                  <a:lnTo>
                    <a:pt x="1524" y="514350"/>
                  </a:lnTo>
                  <a:lnTo>
                    <a:pt x="159766" y="514350"/>
                  </a:lnTo>
                  <a:lnTo>
                    <a:pt x="161163" y="513588"/>
                  </a:lnTo>
                  <a:lnTo>
                    <a:pt x="399288" y="275082"/>
                  </a:lnTo>
                  <a:lnTo>
                    <a:pt x="400050" y="273558"/>
                  </a:lnTo>
                  <a:lnTo>
                    <a:pt x="400050" y="1524"/>
                  </a:lnTo>
                  <a:lnTo>
                    <a:pt x="397764" y="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219950" y="1085849"/>
              <a:ext cx="457200" cy="704850"/>
            </a:xfrm>
            <a:custGeom>
              <a:avLst/>
              <a:gdLst/>
              <a:ahLst/>
              <a:cxnLst/>
              <a:rect l="l" t="t" r="r" b="b"/>
              <a:pathLst>
                <a:path w="457200" h="704850">
                  <a:moveTo>
                    <a:pt x="457200" y="445897"/>
                  </a:moveTo>
                  <a:lnTo>
                    <a:pt x="220408" y="205511"/>
                  </a:lnTo>
                  <a:lnTo>
                    <a:pt x="237959" y="178257"/>
                  </a:lnTo>
                  <a:lnTo>
                    <a:pt x="247650" y="128143"/>
                  </a:lnTo>
                  <a:lnTo>
                    <a:pt x="240284" y="90208"/>
                  </a:lnTo>
                  <a:lnTo>
                    <a:pt x="240284" y="128143"/>
                  </a:lnTo>
                  <a:lnTo>
                    <a:pt x="231127" y="175018"/>
                  </a:lnTo>
                  <a:lnTo>
                    <a:pt x="214795" y="200152"/>
                  </a:lnTo>
                  <a:lnTo>
                    <a:pt x="214503" y="200025"/>
                  </a:lnTo>
                  <a:lnTo>
                    <a:pt x="213614" y="200025"/>
                  </a:lnTo>
                  <a:lnTo>
                    <a:pt x="212725" y="200025"/>
                  </a:lnTo>
                  <a:lnTo>
                    <a:pt x="211709" y="200406"/>
                  </a:lnTo>
                  <a:lnTo>
                    <a:pt x="209550" y="202692"/>
                  </a:lnTo>
                  <a:lnTo>
                    <a:pt x="209550" y="204978"/>
                  </a:lnTo>
                  <a:lnTo>
                    <a:pt x="210820" y="206273"/>
                  </a:lnTo>
                  <a:lnTo>
                    <a:pt x="206197" y="213385"/>
                  </a:lnTo>
                  <a:lnTo>
                    <a:pt x="169291" y="239293"/>
                  </a:lnTo>
                  <a:lnTo>
                    <a:pt x="124206" y="248793"/>
                  </a:lnTo>
                  <a:lnTo>
                    <a:pt x="79057" y="239293"/>
                  </a:lnTo>
                  <a:lnTo>
                    <a:pt x="42164" y="213385"/>
                  </a:lnTo>
                  <a:lnTo>
                    <a:pt x="17259" y="175018"/>
                  </a:lnTo>
                  <a:lnTo>
                    <a:pt x="8128" y="128143"/>
                  </a:lnTo>
                  <a:lnTo>
                    <a:pt x="17259" y="81343"/>
                  </a:lnTo>
                  <a:lnTo>
                    <a:pt x="42164" y="43027"/>
                  </a:lnTo>
                  <a:lnTo>
                    <a:pt x="79057" y="17132"/>
                  </a:lnTo>
                  <a:lnTo>
                    <a:pt x="124206" y="7620"/>
                  </a:lnTo>
                  <a:lnTo>
                    <a:pt x="169291" y="17132"/>
                  </a:lnTo>
                  <a:lnTo>
                    <a:pt x="206197" y="43027"/>
                  </a:lnTo>
                  <a:lnTo>
                    <a:pt x="231127" y="81343"/>
                  </a:lnTo>
                  <a:lnTo>
                    <a:pt x="240284" y="128143"/>
                  </a:lnTo>
                  <a:lnTo>
                    <a:pt x="240284" y="90208"/>
                  </a:lnTo>
                  <a:lnTo>
                    <a:pt x="211543" y="37503"/>
                  </a:lnTo>
                  <a:lnTo>
                    <a:pt x="172313" y="10058"/>
                  </a:lnTo>
                  <a:lnTo>
                    <a:pt x="124206" y="0"/>
                  </a:lnTo>
                  <a:lnTo>
                    <a:pt x="75971" y="10058"/>
                  </a:lnTo>
                  <a:lnTo>
                    <a:pt x="36474" y="37503"/>
                  </a:lnTo>
                  <a:lnTo>
                    <a:pt x="9791" y="78232"/>
                  </a:lnTo>
                  <a:lnTo>
                    <a:pt x="0" y="128143"/>
                  </a:lnTo>
                  <a:lnTo>
                    <a:pt x="9791" y="178257"/>
                  </a:lnTo>
                  <a:lnTo>
                    <a:pt x="36474" y="219290"/>
                  </a:lnTo>
                  <a:lnTo>
                    <a:pt x="75971" y="247002"/>
                  </a:lnTo>
                  <a:lnTo>
                    <a:pt x="124206" y="257175"/>
                  </a:lnTo>
                  <a:lnTo>
                    <a:pt x="163817" y="248793"/>
                  </a:lnTo>
                  <a:lnTo>
                    <a:pt x="172313" y="247002"/>
                  </a:lnTo>
                  <a:lnTo>
                    <a:pt x="211543" y="219290"/>
                  </a:lnTo>
                  <a:lnTo>
                    <a:pt x="216319" y="211874"/>
                  </a:lnTo>
                  <a:lnTo>
                    <a:pt x="449834" y="449580"/>
                  </a:lnTo>
                  <a:lnTo>
                    <a:pt x="449834" y="703326"/>
                  </a:lnTo>
                  <a:lnTo>
                    <a:pt x="451231" y="704850"/>
                  </a:lnTo>
                  <a:lnTo>
                    <a:pt x="455676" y="704850"/>
                  </a:lnTo>
                  <a:lnTo>
                    <a:pt x="457200" y="703326"/>
                  </a:lnTo>
                  <a:lnTo>
                    <a:pt x="457200" y="445897"/>
                  </a:lnTo>
                  <a:close/>
                </a:path>
              </a:pathLst>
            </a:custGeom>
            <a:solidFill>
              <a:srgbClr val="C4C4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56938" y="1123950"/>
              <a:ext cx="173704" cy="180975"/>
            </a:xfrm>
            <a:prstGeom prst="rect">
              <a:avLst/>
            </a:prstGeom>
          </p:spPr>
        </p:pic>
      </p:grpSp>
      <p:sp>
        <p:nvSpPr>
          <p:cNvPr id="7" name="object 7"/>
          <p:cNvSpPr/>
          <p:nvPr/>
        </p:nvSpPr>
        <p:spPr>
          <a:xfrm>
            <a:off x="4705350" y="3905275"/>
            <a:ext cx="3810000" cy="152400"/>
          </a:xfrm>
          <a:custGeom>
            <a:avLst/>
            <a:gdLst/>
            <a:ahLst/>
            <a:cxnLst/>
            <a:rect l="l" t="t" r="r" b="b"/>
            <a:pathLst>
              <a:path w="3810000" h="152400">
                <a:moveTo>
                  <a:pt x="1905380" y="0"/>
                </a:moveTo>
                <a:lnTo>
                  <a:pt x="1740958" y="276"/>
                </a:lnTo>
                <a:lnTo>
                  <a:pt x="1580422" y="1092"/>
                </a:lnTo>
                <a:lnTo>
                  <a:pt x="1424346" y="2425"/>
                </a:lnTo>
                <a:lnTo>
                  <a:pt x="1273301" y="4252"/>
                </a:lnTo>
                <a:lnTo>
                  <a:pt x="1127859" y="6550"/>
                </a:lnTo>
                <a:lnTo>
                  <a:pt x="988590" y="9299"/>
                </a:lnTo>
                <a:lnTo>
                  <a:pt x="856067" y="12475"/>
                </a:lnTo>
                <a:lnTo>
                  <a:pt x="730861" y="16055"/>
                </a:lnTo>
                <a:lnTo>
                  <a:pt x="613543" y="20019"/>
                </a:lnTo>
                <a:lnTo>
                  <a:pt x="504686" y="24343"/>
                </a:lnTo>
                <a:lnTo>
                  <a:pt x="404861" y="29005"/>
                </a:lnTo>
                <a:lnTo>
                  <a:pt x="314640" y="33983"/>
                </a:lnTo>
                <a:lnTo>
                  <a:pt x="234593" y="39254"/>
                </a:lnTo>
                <a:lnTo>
                  <a:pt x="165293" y="44796"/>
                </a:lnTo>
                <a:lnTo>
                  <a:pt x="107312" y="50587"/>
                </a:lnTo>
                <a:lnTo>
                  <a:pt x="61220" y="56605"/>
                </a:lnTo>
                <a:lnTo>
                  <a:pt x="15626" y="66007"/>
                </a:lnTo>
                <a:lnTo>
                  <a:pt x="0" y="75793"/>
                </a:lnTo>
                <a:lnTo>
                  <a:pt x="1760" y="79152"/>
                </a:lnTo>
                <a:lnTo>
                  <a:pt x="42811" y="92158"/>
                </a:lnTo>
                <a:lnTo>
                  <a:pt x="82744" y="98366"/>
                </a:lnTo>
                <a:lnTo>
                  <a:pt x="134852" y="104348"/>
                </a:lnTo>
                <a:lnTo>
                  <a:pt x="198564" y="110082"/>
                </a:lnTo>
                <a:lnTo>
                  <a:pt x="314640" y="118174"/>
                </a:lnTo>
                <a:lnTo>
                  <a:pt x="404861" y="123196"/>
                </a:lnTo>
                <a:lnTo>
                  <a:pt x="504686" y="127894"/>
                </a:lnTo>
                <a:lnTo>
                  <a:pt x="613543" y="132248"/>
                </a:lnTo>
                <a:lnTo>
                  <a:pt x="730861" y="136236"/>
                </a:lnTo>
                <a:lnTo>
                  <a:pt x="856067" y="139836"/>
                </a:lnTo>
                <a:lnTo>
                  <a:pt x="988590" y="143025"/>
                </a:lnTo>
                <a:lnTo>
                  <a:pt x="1127859" y="145784"/>
                </a:lnTo>
                <a:lnTo>
                  <a:pt x="1273301" y="148090"/>
                </a:lnTo>
                <a:lnTo>
                  <a:pt x="1424346" y="149920"/>
                </a:lnTo>
                <a:lnTo>
                  <a:pt x="1580422" y="151255"/>
                </a:lnTo>
                <a:lnTo>
                  <a:pt x="1740958" y="152072"/>
                </a:lnTo>
                <a:lnTo>
                  <a:pt x="1905380" y="152349"/>
                </a:lnTo>
                <a:lnTo>
                  <a:pt x="2069689" y="152072"/>
                </a:lnTo>
                <a:lnTo>
                  <a:pt x="2230122" y="151255"/>
                </a:lnTo>
                <a:lnTo>
                  <a:pt x="2386108" y="149920"/>
                </a:lnTo>
                <a:lnTo>
                  <a:pt x="2537073" y="148090"/>
                </a:lnTo>
                <a:lnTo>
                  <a:pt x="2682445" y="145784"/>
                </a:lnTo>
                <a:lnTo>
                  <a:pt x="2821653" y="143025"/>
                </a:lnTo>
                <a:lnTo>
                  <a:pt x="2954124" y="139836"/>
                </a:lnTo>
                <a:lnTo>
                  <a:pt x="3079286" y="136236"/>
                </a:lnTo>
                <a:lnTo>
                  <a:pt x="3196567" y="132248"/>
                </a:lnTo>
                <a:lnTo>
                  <a:pt x="3305394" y="127894"/>
                </a:lnTo>
                <a:lnTo>
                  <a:pt x="3405195" y="123196"/>
                </a:lnTo>
                <a:lnTo>
                  <a:pt x="3495397" y="118174"/>
                </a:lnTo>
                <a:lnTo>
                  <a:pt x="3575430" y="112850"/>
                </a:lnTo>
                <a:lnTo>
                  <a:pt x="3644719" y="107247"/>
                </a:lnTo>
                <a:lnTo>
                  <a:pt x="3702694" y="101386"/>
                </a:lnTo>
                <a:lnTo>
                  <a:pt x="3748782" y="95288"/>
                </a:lnTo>
                <a:lnTo>
                  <a:pt x="3794373" y="85746"/>
                </a:lnTo>
                <a:lnTo>
                  <a:pt x="3810000" y="75793"/>
                </a:lnTo>
                <a:lnTo>
                  <a:pt x="3808239" y="72493"/>
                </a:lnTo>
                <a:lnTo>
                  <a:pt x="3767189" y="59691"/>
                </a:lnTo>
                <a:lnTo>
                  <a:pt x="3727260" y="53569"/>
                </a:lnTo>
                <a:lnTo>
                  <a:pt x="3675157" y="47662"/>
                </a:lnTo>
                <a:lnTo>
                  <a:pt x="3611453" y="41992"/>
                </a:lnTo>
                <a:lnTo>
                  <a:pt x="3495397" y="33983"/>
                </a:lnTo>
                <a:lnTo>
                  <a:pt x="3405195" y="29005"/>
                </a:lnTo>
                <a:lnTo>
                  <a:pt x="3305394" y="24343"/>
                </a:lnTo>
                <a:lnTo>
                  <a:pt x="3196567" y="20019"/>
                </a:lnTo>
                <a:lnTo>
                  <a:pt x="3079286" y="16055"/>
                </a:lnTo>
                <a:lnTo>
                  <a:pt x="2954124" y="12475"/>
                </a:lnTo>
                <a:lnTo>
                  <a:pt x="2821653" y="9299"/>
                </a:lnTo>
                <a:lnTo>
                  <a:pt x="2682445" y="6550"/>
                </a:lnTo>
                <a:lnTo>
                  <a:pt x="2537073" y="4252"/>
                </a:lnTo>
                <a:lnTo>
                  <a:pt x="2386108" y="2425"/>
                </a:lnTo>
                <a:lnTo>
                  <a:pt x="2230122" y="1092"/>
                </a:lnTo>
                <a:lnTo>
                  <a:pt x="2069689" y="276"/>
                </a:lnTo>
                <a:lnTo>
                  <a:pt x="1905380" y="0"/>
                </a:lnTo>
                <a:close/>
              </a:path>
            </a:pathLst>
          </a:custGeom>
          <a:solidFill>
            <a:srgbClr val="B7B7B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4495800" y="2762250"/>
            <a:ext cx="409575" cy="200025"/>
            <a:chOff x="4495800" y="2762250"/>
            <a:chExt cx="409575" cy="200025"/>
          </a:xfrm>
        </p:grpSpPr>
        <p:sp>
          <p:nvSpPr>
            <p:cNvPr id="9" name="object 9"/>
            <p:cNvSpPr/>
            <p:nvPr/>
          </p:nvSpPr>
          <p:spPr>
            <a:xfrm>
              <a:off x="4495800" y="2762250"/>
              <a:ext cx="409575" cy="200025"/>
            </a:xfrm>
            <a:custGeom>
              <a:avLst/>
              <a:gdLst/>
              <a:ahLst/>
              <a:cxnLst/>
              <a:rect l="l" t="t" r="r" b="b"/>
              <a:pathLst>
                <a:path w="409575" h="200025">
                  <a:moveTo>
                    <a:pt x="345948" y="0"/>
                  </a:moveTo>
                  <a:lnTo>
                    <a:pt x="63626" y="0"/>
                  </a:lnTo>
                  <a:lnTo>
                    <a:pt x="38897" y="5014"/>
                  </a:lnTo>
                  <a:lnTo>
                    <a:pt x="18669" y="18684"/>
                  </a:lnTo>
                  <a:lnTo>
                    <a:pt x="5012" y="38951"/>
                  </a:lnTo>
                  <a:lnTo>
                    <a:pt x="0" y="63754"/>
                  </a:lnTo>
                  <a:lnTo>
                    <a:pt x="0" y="136270"/>
                  </a:lnTo>
                  <a:lnTo>
                    <a:pt x="5012" y="161073"/>
                  </a:lnTo>
                  <a:lnTo>
                    <a:pt x="18668" y="181340"/>
                  </a:lnTo>
                  <a:lnTo>
                    <a:pt x="38897" y="195010"/>
                  </a:lnTo>
                  <a:lnTo>
                    <a:pt x="63626" y="200025"/>
                  </a:lnTo>
                  <a:lnTo>
                    <a:pt x="345948" y="200025"/>
                  </a:lnTo>
                  <a:lnTo>
                    <a:pt x="370677" y="195010"/>
                  </a:lnTo>
                  <a:lnTo>
                    <a:pt x="390905" y="181340"/>
                  </a:lnTo>
                  <a:lnTo>
                    <a:pt x="404562" y="161073"/>
                  </a:lnTo>
                  <a:lnTo>
                    <a:pt x="409575" y="136270"/>
                  </a:lnTo>
                  <a:lnTo>
                    <a:pt x="409575" y="63754"/>
                  </a:lnTo>
                  <a:lnTo>
                    <a:pt x="404562" y="38951"/>
                  </a:lnTo>
                  <a:lnTo>
                    <a:pt x="390906" y="18684"/>
                  </a:lnTo>
                  <a:lnTo>
                    <a:pt x="370677" y="5014"/>
                  </a:lnTo>
                  <a:lnTo>
                    <a:pt x="345948" y="0"/>
                  </a:lnTo>
                  <a:close/>
                </a:path>
              </a:pathLst>
            </a:custGeom>
            <a:solidFill>
              <a:srgbClr val="2128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91050" y="2828924"/>
              <a:ext cx="219075" cy="66675"/>
            </a:xfrm>
            <a:custGeom>
              <a:avLst/>
              <a:gdLst/>
              <a:ahLst/>
              <a:cxnLst/>
              <a:rect l="l" t="t" r="r" b="b"/>
              <a:pathLst>
                <a:path w="219075" h="66675">
                  <a:moveTo>
                    <a:pt x="123825" y="4318"/>
                  </a:moveTo>
                  <a:lnTo>
                    <a:pt x="118237" y="0"/>
                  </a:lnTo>
                  <a:lnTo>
                    <a:pt x="12573" y="0"/>
                  </a:lnTo>
                  <a:lnTo>
                    <a:pt x="5588" y="0"/>
                  </a:lnTo>
                  <a:lnTo>
                    <a:pt x="0" y="4318"/>
                  </a:lnTo>
                  <a:lnTo>
                    <a:pt x="0" y="14732"/>
                  </a:lnTo>
                  <a:lnTo>
                    <a:pt x="5588" y="19050"/>
                  </a:lnTo>
                  <a:lnTo>
                    <a:pt x="118237" y="19050"/>
                  </a:lnTo>
                  <a:lnTo>
                    <a:pt x="123825" y="14732"/>
                  </a:lnTo>
                  <a:lnTo>
                    <a:pt x="123825" y="4318"/>
                  </a:lnTo>
                  <a:close/>
                </a:path>
                <a:path w="219075" h="66675">
                  <a:moveTo>
                    <a:pt x="219075" y="62484"/>
                  </a:moveTo>
                  <a:lnTo>
                    <a:pt x="218313" y="57150"/>
                  </a:lnTo>
                  <a:lnTo>
                    <a:pt x="218313" y="51816"/>
                  </a:lnTo>
                  <a:lnTo>
                    <a:pt x="212725" y="47625"/>
                  </a:lnTo>
                  <a:lnTo>
                    <a:pt x="79248" y="47625"/>
                  </a:lnTo>
                  <a:lnTo>
                    <a:pt x="72136" y="47625"/>
                  </a:lnTo>
                  <a:lnTo>
                    <a:pt x="66675" y="51816"/>
                  </a:lnTo>
                  <a:lnTo>
                    <a:pt x="66675" y="62484"/>
                  </a:lnTo>
                  <a:lnTo>
                    <a:pt x="72136" y="66675"/>
                  </a:lnTo>
                  <a:lnTo>
                    <a:pt x="213614" y="66675"/>
                  </a:lnTo>
                  <a:lnTo>
                    <a:pt x="219075" y="62484"/>
                  </a:lnTo>
                  <a:close/>
                </a:path>
                <a:path w="219075" h="66675">
                  <a:moveTo>
                    <a:pt x="219075" y="4318"/>
                  </a:moveTo>
                  <a:lnTo>
                    <a:pt x="212979" y="0"/>
                  </a:lnTo>
                  <a:lnTo>
                    <a:pt x="164719" y="0"/>
                  </a:lnTo>
                  <a:lnTo>
                    <a:pt x="157734" y="0"/>
                  </a:lnTo>
                  <a:lnTo>
                    <a:pt x="152400" y="4318"/>
                  </a:lnTo>
                  <a:lnTo>
                    <a:pt x="152400" y="14732"/>
                  </a:lnTo>
                  <a:lnTo>
                    <a:pt x="157734" y="19050"/>
                  </a:lnTo>
                  <a:lnTo>
                    <a:pt x="213741" y="19050"/>
                  </a:lnTo>
                  <a:lnTo>
                    <a:pt x="219075" y="14732"/>
                  </a:lnTo>
                  <a:lnTo>
                    <a:pt x="219075" y="431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7477125" y="1752600"/>
            <a:ext cx="419100" cy="200025"/>
            <a:chOff x="7477125" y="1752600"/>
            <a:chExt cx="419100" cy="200025"/>
          </a:xfrm>
        </p:grpSpPr>
        <p:sp>
          <p:nvSpPr>
            <p:cNvPr id="12" name="object 12"/>
            <p:cNvSpPr/>
            <p:nvPr/>
          </p:nvSpPr>
          <p:spPr>
            <a:xfrm>
              <a:off x="7477125" y="1752600"/>
              <a:ext cx="419100" cy="200025"/>
            </a:xfrm>
            <a:custGeom>
              <a:avLst/>
              <a:gdLst/>
              <a:ahLst/>
              <a:cxnLst/>
              <a:rect l="l" t="t" r="r" b="b"/>
              <a:pathLst>
                <a:path w="419100" h="200025">
                  <a:moveTo>
                    <a:pt x="353949" y="0"/>
                  </a:moveTo>
                  <a:lnTo>
                    <a:pt x="64389" y="0"/>
                  </a:lnTo>
                  <a:lnTo>
                    <a:pt x="39165" y="4917"/>
                  </a:lnTo>
                  <a:lnTo>
                    <a:pt x="18716" y="18383"/>
                  </a:lnTo>
                  <a:lnTo>
                    <a:pt x="5006" y="38469"/>
                  </a:lnTo>
                  <a:lnTo>
                    <a:pt x="0" y="63246"/>
                  </a:lnTo>
                  <a:lnTo>
                    <a:pt x="0" y="136016"/>
                  </a:lnTo>
                  <a:lnTo>
                    <a:pt x="5006" y="160912"/>
                  </a:lnTo>
                  <a:lnTo>
                    <a:pt x="18716" y="181260"/>
                  </a:lnTo>
                  <a:lnTo>
                    <a:pt x="39165" y="194988"/>
                  </a:lnTo>
                  <a:lnTo>
                    <a:pt x="64389" y="200025"/>
                  </a:lnTo>
                  <a:lnTo>
                    <a:pt x="353949" y="200025"/>
                  </a:lnTo>
                  <a:lnTo>
                    <a:pt x="379291" y="194988"/>
                  </a:lnTo>
                  <a:lnTo>
                    <a:pt x="400002" y="181260"/>
                  </a:lnTo>
                  <a:lnTo>
                    <a:pt x="413974" y="160912"/>
                  </a:lnTo>
                  <a:lnTo>
                    <a:pt x="419100" y="136016"/>
                  </a:lnTo>
                  <a:lnTo>
                    <a:pt x="419100" y="63246"/>
                  </a:lnTo>
                  <a:lnTo>
                    <a:pt x="413974" y="38469"/>
                  </a:lnTo>
                  <a:lnTo>
                    <a:pt x="400002" y="18383"/>
                  </a:lnTo>
                  <a:lnTo>
                    <a:pt x="379291" y="4917"/>
                  </a:lnTo>
                  <a:lnTo>
                    <a:pt x="353949" y="0"/>
                  </a:lnTo>
                  <a:close/>
                </a:path>
              </a:pathLst>
            </a:custGeom>
            <a:solidFill>
              <a:srgbClr val="2128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524750" y="1819274"/>
              <a:ext cx="314325" cy="76200"/>
            </a:xfrm>
            <a:custGeom>
              <a:avLst/>
              <a:gdLst/>
              <a:ahLst/>
              <a:cxnLst/>
              <a:rect l="l" t="t" r="r" b="b"/>
              <a:pathLst>
                <a:path w="314325" h="76200">
                  <a:moveTo>
                    <a:pt x="95250" y="4826"/>
                  </a:moveTo>
                  <a:lnTo>
                    <a:pt x="89916" y="0"/>
                  </a:lnTo>
                  <a:lnTo>
                    <a:pt x="12065" y="0"/>
                  </a:lnTo>
                  <a:lnTo>
                    <a:pt x="6096" y="0"/>
                  </a:lnTo>
                  <a:lnTo>
                    <a:pt x="0" y="4826"/>
                  </a:lnTo>
                  <a:lnTo>
                    <a:pt x="0" y="14871"/>
                  </a:lnTo>
                  <a:lnTo>
                    <a:pt x="6096" y="19050"/>
                  </a:lnTo>
                  <a:lnTo>
                    <a:pt x="89916" y="19050"/>
                  </a:lnTo>
                  <a:lnTo>
                    <a:pt x="95250" y="14871"/>
                  </a:lnTo>
                  <a:lnTo>
                    <a:pt x="95250" y="4826"/>
                  </a:lnTo>
                  <a:close/>
                </a:path>
                <a:path w="314325" h="76200">
                  <a:moveTo>
                    <a:pt x="180975" y="4826"/>
                  </a:moveTo>
                  <a:lnTo>
                    <a:pt x="176022" y="0"/>
                  </a:lnTo>
                  <a:lnTo>
                    <a:pt x="135255" y="0"/>
                  </a:lnTo>
                  <a:lnTo>
                    <a:pt x="128778" y="0"/>
                  </a:lnTo>
                  <a:lnTo>
                    <a:pt x="123825" y="4826"/>
                  </a:lnTo>
                  <a:lnTo>
                    <a:pt x="123825" y="14871"/>
                  </a:lnTo>
                  <a:lnTo>
                    <a:pt x="128778" y="19050"/>
                  </a:lnTo>
                  <a:lnTo>
                    <a:pt x="176022" y="19050"/>
                  </a:lnTo>
                  <a:lnTo>
                    <a:pt x="180975" y="14871"/>
                  </a:lnTo>
                  <a:lnTo>
                    <a:pt x="180975" y="4826"/>
                  </a:lnTo>
                  <a:close/>
                </a:path>
                <a:path w="314325" h="76200">
                  <a:moveTo>
                    <a:pt x="247650" y="54737"/>
                  </a:moveTo>
                  <a:lnTo>
                    <a:pt x="242570" y="47625"/>
                  </a:lnTo>
                  <a:lnTo>
                    <a:pt x="135382" y="47625"/>
                  </a:lnTo>
                  <a:lnTo>
                    <a:pt x="128905" y="47625"/>
                  </a:lnTo>
                  <a:lnTo>
                    <a:pt x="123825" y="54737"/>
                  </a:lnTo>
                  <a:lnTo>
                    <a:pt x="123825" y="69977"/>
                  </a:lnTo>
                  <a:lnTo>
                    <a:pt x="128905" y="76200"/>
                  </a:lnTo>
                  <a:lnTo>
                    <a:pt x="242570" y="76200"/>
                  </a:lnTo>
                  <a:lnTo>
                    <a:pt x="247650" y="69977"/>
                  </a:lnTo>
                  <a:lnTo>
                    <a:pt x="247650" y="54737"/>
                  </a:lnTo>
                  <a:close/>
                </a:path>
                <a:path w="314325" h="76200">
                  <a:moveTo>
                    <a:pt x="314325" y="4826"/>
                  </a:moveTo>
                  <a:lnTo>
                    <a:pt x="309372" y="0"/>
                  </a:lnTo>
                  <a:lnTo>
                    <a:pt x="277876" y="0"/>
                  </a:lnTo>
                  <a:lnTo>
                    <a:pt x="271653" y="0"/>
                  </a:lnTo>
                  <a:lnTo>
                    <a:pt x="266700" y="4826"/>
                  </a:lnTo>
                  <a:lnTo>
                    <a:pt x="266700" y="14871"/>
                  </a:lnTo>
                  <a:lnTo>
                    <a:pt x="271653" y="19050"/>
                  </a:lnTo>
                  <a:lnTo>
                    <a:pt x="309372" y="19050"/>
                  </a:lnTo>
                  <a:lnTo>
                    <a:pt x="314325" y="14871"/>
                  </a:lnTo>
                  <a:lnTo>
                    <a:pt x="314325" y="482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5391150" y="2038350"/>
            <a:ext cx="409575" cy="200025"/>
            <a:chOff x="5391150" y="2038350"/>
            <a:chExt cx="409575" cy="200025"/>
          </a:xfrm>
        </p:grpSpPr>
        <p:sp>
          <p:nvSpPr>
            <p:cNvPr id="15" name="object 15"/>
            <p:cNvSpPr/>
            <p:nvPr/>
          </p:nvSpPr>
          <p:spPr>
            <a:xfrm>
              <a:off x="5391150" y="2038350"/>
              <a:ext cx="409575" cy="200025"/>
            </a:xfrm>
            <a:custGeom>
              <a:avLst/>
              <a:gdLst/>
              <a:ahLst/>
              <a:cxnLst/>
              <a:rect l="l" t="t" r="r" b="b"/>
              <a:pathLst>
                <a:path w="409575" h="200025">
                  <a:moveTo>
                    <a:pt x="346710" y="0"/>
                  </a:moveTo>
                  <a:lnTo>
                    <a:pt x="63626" y="0"/>
                  </a:lnTo>
                  <a:lnTo>
                    <a:pt x="38897" y="4917"/>
                  </a:lnTo>
                  <a:lnTo>
                    <a:pt x="18669" y="18383"/>
                  </a:lnTo>
                  <a:lnTo>
                    <a:pt x="5012" y="38469"/>
                  </a:lnTo>
                  <a:lnTo>
                    <a:pt x="0" y="63245"/>
                  </a:lnTo>
                  <a:lnTo>
                    <a:pt x="0" y="136017"/>
                  </a:lnTo>
                  <a:lnTo>
                    <a:pt x="5012" y="160912"/>
                  </a:lnTo>
                  <a:lnTo>
                    <a:pt x="18668" y="181260"/>
                  </a:lnTo>
                  <a:lnTo>
                    <a:pt x="38897" y="194988"/>
                  </a:lnTo>
                  <a:lnTo>
                    <a:pt x="63626" y="200025"/>
                  </a:lnTo>
                  <a:lnTo>
                    <a:pt x="346710" y="200025"/>
                  </a:lnTo>
                  <a:lnTo>
                    <a:pt x="371320" y="194988"/>
                  </a:lnTo>
                  <a:lnTo>
                    <a:pt x="391287" y="181260"/>
                  </a:lnTo>
                  <a:lnTo>
                    <a:pt x="404681" y="160912"/>
                  </a:lnTo>
                  <a:lnTo>
                    <a:pt x="409575" y="136017"/>
                  </a:lnTo>
                  <a:lnTo>
                    <a:pt x="409575" y="63245"/>
                  </a:lnTo>
                  <a:lnTo>
                    <a:pt x="404681" y="38469"/>
                  </a:lnTo>
                  <a:lnTo>
                    <a:pt x="391287" y="18383"/>
                  </a:lnTo>
                  <a:lnTo>
                    <a:pt x="371320" y="4917"/>
                  </a:lnTo>
                  <a:lnTo>
                    <a:pt x="346710" y="0"/>
                  </a:lnTo>
                  <a:close/>
                </a:path>
              </a:pathLst>
            </a:custGeom>
            <a:solidFill>
              <a:srgbClr val="2128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476875" y="2085974"/>
              <a:ext cx="276225" cy="85725"/>
            </a:xfrm>
            <a:custGeom>
              <a:avLst/>
              <a:gdLst/>
              <a:ahLst/>
              <a:cxnLst/>
              <a:rect l="l" t="t" r="r" b="b"/>
              <a:pathLst>
                <a:path w="276225" h="85725">
                  <a:moveTo>
                    <a:pt x="57150" y="6223"/>
                  </a:moveTo>
                  <a:lnTo>
                    <a:pt x="52197" y="0"/>
                  </a:lnTo>
                  <a:lnTo>
                    <a:pt x="11303" y="0"/>
                  </a:lnTo>
                  <a:lnTo>
                    <a:pt x="4953" y="0"/>
                  </a:lnTo>
                  <a:lnTo>
                    <a:pt x="0" y="6223"/>
                  </a:lnTo>
                  <a:lnTo>
                    <a:pt x="0" y="22352"/>
                  </a:lnTo>
                  <a:lnTo>
                    <a:pt x="4953" y="28575"/>
                  </a:lnTo>
                  <a:lnTo>
                    <a:pt x="52197" y="28575"/>
                  </a:lnTo>
                  <a:lnTo>
                    <a:pt x="57150" y="22352"/>
                  </a:lnTo>
                  <a:lnTo>
                    <a:pt x="57150" y="6223"/>
                  </a:lnTo>
                  <a:close/>
                </a:path>
                <a:path w="276225" h="85725">
                  <a:moveTo>
                    <a:pt x="133350" y="6223"/>
                  </a:moveTo>
                  <a:lnTo>
                    <a:pt x="128778" y="0"/>
                  </a:lnTo>
                  <a:lnTo>
                    <a:pt x="105156" y="0"/>
                  </a:lnTo>
                  <a:lnTo>
                    <a:pt x="99822" y="0"/>
                  </a:lnTo>
                  <a:lnTo>
                    <a:pt x="95250" y="6223"/>
                  </a:lnTo>
                  <a:lnTo>
                    <a:pt x="95250" y="22352"/>
                  </a:lnTo>
                  <a:lnTo>
                    <a:pt x="99822" y="28575"/>
                  </a:lnTo>
                  <a:lnTo>
                    <a:pt x="128778" y="28575"/>
                  </a:lnTo>
                  <a:lnTo>
                    <a:pt x="133350" y="22352"/>
                  </a:lnTo>
                  <a:lnTo>
                    <a:pt x="133350" y="6223"/>
                  </a:lnTo>
                  <a:close/>
                </a:path>
                <a:path w="276225" h="85725">
                  <a:moveTo>
                    <a:pt x="200025" y="63373"/>
                  </a:moveTo>
                  <a:lnTo>
                    <a:pt x="194691" y="57150"/>
                  </a:lnTo>
                  <a:lnTo>
                    <a:pt x="97790" y="57150"/>
                  </a:lnTo>
                  <a:lnTo>
                    <a:pt x="91059" y="57150"/>
                  </a:lnTo>
                  <a:lnTo>
                    <a:pt x="85725" y="63373"/>
                  </a:lnTo>
                  <a:lnTo>
                    <a:pt x="85725" y="78613"/>
                  </a:lnTo>
                  <a:lnTo>
                    <a:pt x="91059" y="85725"/>
                  </a:lnTo>
                  <a:lnTo>
                    <a:pt x="194691" y="85725"/>
                  </a:lnTo>
                  <a:lnTo>
                    <a:pt x="200025" y="79502"/>
                  </a:lnTo>
                  <a:lnTo>
                    <a:pt x="200025" y="63373"/>
                  </a:lnTo>
                  <a:close/>
                </a:path>
                <a:path w="276225" h="85725">
                  <a:moveTo>
                    <a:pt x="276225" y="63373"/>
                  </a:moveTo>
                  <a:lnTo>
                    <a:pt x="271145" y="57150"/>
                  </a:lnTo>
                  <a:lnTo>
                    <a:pt x="239395" y="57150"/>
                  </a:lnTo>
                  <a:lnTo>
                    <a:pt x="233680" y="57150"/>
                  </a:lnTo>
                  <a:lnTo>
                    <a:pt x="228600" y="63373"/>
                  </a:lnTo>
                  <a:lnTo>
                    <a:pt x="228600" y="78613"/>
                  </a:lnTo>
                  <a:lnTo>
                    <a:pt x="233680" y="85725"/>
                  </a:lnTo>
                  <a:lnTo>
                    <a:pt x="271145" y="85725"/>
                  </a:lnTo>
                  <a:lnTo>
                    <a:pt x="276225" y="79502"/>
                  </a:lnTo>
                  <a:lnTo>
                    <a:pt x="276225" y="6337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4562475" y="1924050"/>
            <a:ext cx="3848100" cy="2076450"/>
            <a:chOff x="4562475" y="1924050"/>
            <a:chExt cx="3848100" cy="2076450"/>
          </a:xfrm>
        </p:grpSpPr>
        <p:sp>
          <p:nvSpPr>
            <p:cNvPr id="18" name="object 18"/>
            <p:cNvSpPr/>
            <p:nvPr/>
          </p:nvSpPr>
          <p:spPr>
            <a:xfrm>
              <a:off x="7115175" y="2105025"/>
              <a:ext cx="1295400" cy="1847850"/>
            </a:xfrm>
            <a:custGeom>
              <a:avLst/>
              <a:gdLst/>
              <a:ahLst/>
              <a:cxnLst/>
              <a:rect l="l" t="t" r="r" b="b"/>
              <a:pathLst>
                <a:path w="1295400" h="1847850">
                  <a:moveTo>
                    <a:pt x="1193800" y="0"/>
                  </a:moveTo>
                  <a:lnTo>
                    <a:pt x="101600" y="0"/>
                  </a:lnTo>
                  <a:lnTo>
                    <a:pt x="62257" y="7989"/>
                  </a:lnTo>
                  <a:lnTo>
                    <a:pt x="29940" y="29813"/>
                  </a:lnTo>
                  <a:lnTo>
                    <a:pt x="8052" y="62257"/>
                  </a:lnTo>
                  <a:lnTo>
                    <a:pt x="0" y="102107"/>
                  </a:lnTo>
                  <a:lnTo>
                    <a:pt x="0" y="1744980"/>
                  </a:lnTo>
                  <a:lnTo>
                    <a:pt x="8052" y="1784965"/>
                  </a:lnTo>
                  <a:lnTo>
                    <a:pt x="29940" y="1817670"/>
                  </a:lnTo>
                  <a:lnTo>
                    <a:pt x="62257" y="1839747"/>
                  </a:lnTo>
                  <a:lnTo>
                    <a:pt x="101600" y="1847850"/>
                  </a:lnTo>
                  <a:lnTo>
                    <a:pt x="1193800" y="1847850"/>
                  </a:lnTo>
                  <a:lnTo>
                    <a:pt x="1233463" y="1839747"/>
                  </a:lnTo>
                  <a:lnTo>
                    <a:pt x="1265745" y="1817670"/>
                  </a:lnTo>
                  <a:lnTo>
                    <a:pt x="1287454" y="1784965"/>
                  </a:lnTo>
                  <a:lnTo>
                    <a:pt x="1295400" y="1744980"/>
                  </a:lnTo>
                  <a:lnTo>
                    <a:pt x="1295400" y="102107"/>
                  </a:lnTo>
                  <a:lnTo>
                    <a:pt x="1287454" y="62257"/>
                  </a:lnTo>
                  <a:lnTo>
                    <a:pt x="1265745" y="29813"/>
                  </a:lnTo>
                  <a:lnTo>
                    <a:pt x="1233463" y="7989"/>
                  </a:lnTo>
                  <a:lnTo>
                    <a:pt x="1193800" y="0"/>
                  </a:lnTo>
                  <a:close/>
                </a:path>
              </a:pathLst>
            </a:custGeom>
            <a:solidFill>
              <a:srgbClr val="F1A2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200900" y="2276475"/>
              <a:ext cx="1104900" cy="1524000"/>
            </a:xfrm>
            <a:custGeom>
              <a:avLst/>
              <a:gdLst/>
              <a:ahLst/>
              <a:cxnLst/>
              <a:rect l="l" t="t" r="r" b="b"/>
              <a:pathLst>
                <a:path w="1104900" h="1524000">
                  <a:moveTo>
                    <a:pt x="1104874" y="0"/>
                  </a:moveTo>
                  <a:lnTo>
                    <a:pt x="0" y="0"/>
                  </a:lnTo>
                  <a:lnTo>
                    <a:pt x="0" y="1524000"/>
                  </a:lnTo>
                  <a:lnTo>
                    <a:pt x="1104874" y="1524000"/>
                  </a:lnTo>
                  <a:lnTo>
                    <a:pt x="11048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277100" y="2314574"/>
              <a:ext cx="990600" cy="1429385"/>
            </a:xfrm>
            <a:custGeom>
              <a:avLst/>
              <a:gdLst/>
              <a:ahLst/>
              <a:cxnLst/>
              <a:rect l="l" t="t" r="r" b="b"/>
              <a:pathLst>
                <a:path w="990600" h="1429385">
                  <a:moveTo>
                    <a:pt x="304800" y="943013"/>
                  </a:moveTo>
                  <a:lnTo>
                    <a:pt x="266700" y="943013"/>
                  </a:lnTo>
                  <a:lnTo>
                    <a:pt x="266700" y="952500"/>
                  </a:lnTo>
                  <a:lnTo>
                    <a:pt x="304800" y="952500"/>
                  </a:lnTo>
                  <a:lnTo>
                    <a:pt x="304800" y="943013"/>
                  </a:lnTo>
                  <a:close/>
                </a:path>
                <a:path w="990600" h="1429385">
                  <a:moveTo>
                    <a:pt x="723900" y="943013"/>
                  </a:moveTo>
                  <a:lnTo>
                    <a:pt x="685800" y="943013"/>
                  </a:lnTo>
                  <a:lnTo>
                    <a:pt x="685800" y="952500"/>
                  </a:lnTo>
                  <a:lnTo>
                    <a:pt x="723900" y="952500"/>
                  </a:lnTo>
                  <a:lnTo>
                    <a:pt x="723900" y="943013"/>
                  </a:lnTo>
                  <a:close/>
                </a:path>
                <a:path w="990600" h="1429385">
                  <a:moveTo>
                    <a:pt x="981024" y="943013"/>
                  </a:moveTo>
                  <a:lnTo>
                    <a:pt x="828675" y="943013"/>
                  </a:lnTo>
                  <a:lnTo>
                    <a:pt x="828675" y="952500"/>
                  </a:lnTo>
                  <a:lnTo>
                    <a:pt x="981024" y="952500"/>
                  </a:lnTo>
                  <a:lnTo>
                    <a:pt x="981024" y="943013"/>
                  </a:lnTo>
                  <a:close/>
                </a:path>
                <a:path w="990600" h="1429385">
                  <a:moveTo>
                    <a:pt x="990600" y="635"/>
                  </a:moveTo>
                  <a:lnTo>
                    <a:pt x="828611" y="635"/>
                  </a:lnTo>
                  <a:lnTo>
                    <a:pt x="828611" y="0"/>
                  </a:lnTo>
                  <a:lnTo>
                    <a:pt x="819150" y="0"/>
                  </a:lnTo>
                  <a:lnTo>
                    <a:pt x="819150" y="704913"/>
                  </a:lnTo>
                  <a:lnTo>
                    <a:pt x="657199" y="704913"/>
                  </a:lnTo>
                  <a:lnTo>
                    <a:pt x="657199" y="485775"/>
                  </a:lnTo>
                  <a:lnTo>
                    <a:pt x="819150" y="485775"/>
                  </a:lnTo>
                  <a:lnTo>
                    <a:pt x="819150" y="476288"/>
                  </a:lnTo>
                  <a:lnTo>
                    <a:pt x="657199" y="476288"/>
                  </a:lnTo>
                  <a:lnTo>
                    <a:pt x="657199" y="247650"/>
                  </a:lnTo>
                  <a:lnTo>
                    <a:pt x="819150" y="247650"/>
                  </a:lnTo>
                  <a:lnTo>
                    <a:pt x="819150" y="238125"/>
                  </a:lnTo>
                  <a:lnTo>
                    <a:pt x="657199" y="238125"/>
                  </a:lnTo>
                  <a:lnTo>
                    <a:pt x="657199" y="6985"/>
                  </a:lnTo>
                  <a:lnTo>
                    <a:pt x="819150" y="6985"/>
                  </a:lnTo>
                  <a:lnTo>
                    <a:pt x="819150" y="635"/>
                  </a:lnTo>
                  <a:lnTo>
                    <a:pt x="657199" y="635"/>
                  </a:lnTo>
                  <a:lnTo>
                    <a:pt x="657199" y="0"/>
                  </a:lnTo>
                  <a:lnTo>
                    <a:pt x="647700" y="0"/>
                  </a:lnTo>
                  <a:lnTo>
                    <a:pt x="647700" y="704913"/>
                  </a:lnTo>
                  <a:lnTo>
                    <a:pt x="495300" y="704913"/>
                  </a:lnTo>
                  <a:lnTo>
                    <a:pt x="495300" y="485775"/>
                  </a:lnTo>
                  <a:lnTo>
                    <a:pt x="647700" y="485775"/>
                  </a:lnTo>
                  <a:lnTo>
                    <a:pt x="647700" y="476288"/>
                  </a:lnTo>
                  <a:lnTo>
                    <a:pt x="495300" y="476288"/>
                  </a:lnTo>
                  <a:lnTo>
                    <a:pt x="495300" y="247650"/>
                  </a:lnTo>
                  <a:lnTo>
                    <a:pt x="647700" y="247650"/>
                  </a:lnTo>
                  <a:lnTo>
                    <a:pt x="647700" y="238125"/>
                  </a:lnTo>
                  <a:lnTo>
                    <a:pt x="495300" y="238125"/>
                  </a:lnTo>
                  <a:lnTo>
                    <a:pt x="495300" y="6985"/>
                  </a:lnTo>
                  <a:lnTo>
                    <a:pt x="647700" y="6985"/>
                  </a:lnTo>
                  <a:lnTo>
                    <a:pt x="647700" y="635"/>
                  </a:lnTo>
                  <a:lnTo>
                    <a:pt x="495300" y="635"/>
                  </a:lnTo>
                  <a:lnTo>
                    <a:pt x="495300" y="0"/>
                  </a:lnTo>
                  <a:lnTo>
                    <a:pt x="485775" y="0"/>
                  </a:lnTo>
                  <a:lnTo>
                    <a:pt x="485775" y="704913"/>
                  </a:lnTo>
                  <a:lnTo>
                    <a:pt x="333311" y="704913"/>
                  </a:lnTo>
                  <a:lnTo>
                    <a:pt x="333311" y="485775"/>
                  </a:lnTo>
                  <a:lnTo>
                    <a:pt x="485775" y="485775"/>
                  </a:lnTo>
                  <a:lnTo>
                    <a:pt x="485775" y="476288"/>
                  </a:lnTo>
                  <a:lnTo>
                    <a:pt x="333311" y="476288"/>
                  </a:lnTo>
                  <a:lnTo>
                    <a:pt x="333311" y="247650"/>
                  </a:lnTo>
                  <a:lnTo>
                    <a:pt x="485775" y="247650"/>
                  </a:lnTo>
                  <a:lnTo>
                    <a:pt x="485775" y="238125"/>
                  </a:lnTo>
                  <a:lnTo>
                    <a:pt x="333311" y="238125"/>
                  </a:lnTo>
                  <a:lnTo>
                    <a:pt x="333311" y="6985"/>
                  </a:lnTo>
                  <a:lnTo>
                    <a:pt x="485775" y="6985"/>
                  </a:lnTo>
                  <a:lnTo>
                    <a:pt x="485775" y="635"/>
                  </a:lnTo>
                  <a:lnTo>
                    <a:pt x="333311" y="635"/>
                  </a:lnTo>
                  <a:lnTo>
                    <a:pt x="333311" y="0"/>
                  </a:lnTo>
                  <a:lnTo>
                    <a:pt x="323850" y="0"/>
                  </a:lnTo>
                  <a:lnTo>
                    <a:pt x="323850" y="704913"/>
                  </a:lnTo>
                  <a:lnTo>
                    <a:pt x="171424" y="704913"/>
                  </a:lnTo>
                  <a:lnTo>
                    <a:pt x="171424" y="485775"/>
                  </a:lnTo>
                  <a:lnTo>
                    <a:pt x="323850" y="485775"/>
                  </a:lnTo>
                  <a:lnTo>
                    <a:pt x="323850" y="476288"/>
                  </a:lnTo>
                  <a:lnTo>
                    <a:pt x="171424" y="476288"/>
                  </a:lnTo>
                  <a:lnTo>
                    <a:pt x="171424" y="247650"/>
                  </a:lnTo>
                  <a:lnTo>
                    <a:pt x="323850" y="247650"/>
                  </a:lnTo>
                  <a:lnTo>
                    <a:pt x="323850" y="238125"/>
                  </a:lnTo>
                  <a:lnTo>
                    <a:pt x="171424" y="238125"/>
                  </a:lnTo>
                  <a:lnTo>
                    <a:pt x="171424" y="6985"/>
                  </a:lnTo>
                  <a:lnTo>
                    <a:pt x="323850" y="6985"/>
                  </a:lnTo>
                  <a:lnTo>
                    <a:pt x="323850" y="635"/>
                  </a:lnTo>
                  <a:lnTo>
                    <a:pt x="171424" y="635"/>
                  </a:lnTo>
                  <a:lnTo>
                    <a:pt x="171424" y="0"/>
                  </a:lnTo>
                  <a:lnTo>
                    <a:pt x="161925" y="0"/>
                  </a:lnTo>
                  <a:lnTo>
                    <a:pt x="161925" y="1420495"/>
                  </a:lnTo>
                  <a:lnTo>
                    <a:pt x="8255" y="1420495"/>
                  </a:lnTo>
                  <a:lnTo>
                    <a:pt x="8255" y="1190625"/>
                  </a:lnTo>
                  <a:lnTo>
                    <a:pt x="161925" y="1190625"/>
                  </a:lnTo>
                  <a:lnTo>
                    <a:pt x="161925" y="1181100"/>
                  </a:lnTo>
                  <a:lnTo>
                    <a:pt x="8255" y="1181100"/>
                  </a:lnTo>
                  <a:lnTo>
                    <a:pt x="8255" y="952500"/>
                  </a:lnTo>
                  <a:lnTo>
                    <a:pt x="161925" y="952500"/>
                  </a:lnTo>
                  <a:lnTo>
                    <a:pt x="161925" y="943013"/>
                  </a:lnTo>
                  <a:lnTo>
                    <a:pt x="8255" y="943013"/>
                  </a:lnTo>
                  <a:lnTo>
                    <a:pt x="8255" y="714375"/>
                  </a:lnTo>
                  <a:lnTo>
                    <a:pt x="161925" y="714375"/>
                  </a:lnTo>
                  <a:lnTo>
                    <a:pt x="161925" y="704913"/>
                  </a:lnTo>
                  <a:lnTo>
                    <a:pt x="8255" y="704913"/>
                  </a:lnTo>
                  <a:lnTo>
                    <a:pt x="8255" y="485775"/>
                  </a:lnTo>
                  <a:lnTo>
                    <a:pt x="161925" y="485775"/>
                  </a:lnTo>
                  <a:lnTo>
                    <a:pt x="161925" y="476288"/>
                  </a:lnTo>
                  <a:lnTo>
                    <a:pt x="8255" y="476288"/>
                  </a:lnTo>
                  <a:lnTo>
                    <a:pt x="8255" y="247650"/>
                  </a:lnTo>
                  <a:lnTo>
                    <a:pt x="161925" y="247650"/>
                  </a:lnTo>
                  <a:lnTo>
                    <a:pt x="161925" y="238125"/>
                  </a:lnTo>
                  <a:lnTo>
                    <a:pt x="8255" y="238125"/>
                  </a:lnTo>
                  <a:lnTo>
                    <a:pt x="8255" y="6985"/>
                  </a:lnTo>
                  <a:lnTo>
                    <a:pt x="161925" y="6985"/>
                  </a:lnTo>
                  <a:lnTo>
                    <a:pt x="161925" y="635"/>
                  </a:lnTo>
                  <a:lnTo>
                    <a:pt x="0" y="635"/>
                  </a:lnTo>
                  <a:lnTo>
                    <a:pt x="0" y="6985"/>
                  </a:lnTo>
                  <a:lnTo>
                    <a:pt x="0" y="238125"/>
                  </a:lnTo>
                  <a:lnTo>
                    <a:pt x="0" y="1429385"/>
                  </a:lnTo>
                  <a:lnTo>
                    <a:pt x="990600" y="1429385"/>
                  </a:lnTo>
                  <a:lnTo>
                    <a:pt x="990600" y="1420622"/>
                  </a:lnTo>
                  <a:lnTo>
                    <a:pt x="990600" y="1420495"/>
                  </a:lnTo>
                  <a:lnTo>
                    <a:pt x="990600" y="7366"/>
                  </a:lnTo>
                  <a:lnTo>
                    <a:pt x="981583" y="7366"/>
                  </a:lnTo>
                  <a:lnTo>
                    <a:pt x="981583" y="1420495"/>
                  </a:lnTo>
                  <a:lnTo>
                    <a:pt x="828611" y="1420495"/>
                  </a:lnTo>
                  <a:lnTo>
                    <a:pt x="828611" y="1190625"/>
                  </a:lnTo>
                  <a:lnTo>
                    <a:pt x="981024" y="1190625"/>
                  </a:lnTo>
                  <a:lnTo>
                    <a:pt x="981024" y="1181100"/>
                  </a:lnTo>
                  <a:lnTo>
                    <a:pt x="828611" y="1181100"/>
                  </a:lnTo>
                  <a:lnTo>
                    <a:pt x="828611" y="1095375"/>
                  </a:lnTo>
                  <a:lnTo>
                    <a:pt x="819150" y="1095375"/>
                  </a:lnTo>
                  <a:lnTo>
                    <a:pt x="819150" y="1181100"/>
                  </a:lnTo>
                  <a:lnTo>
                    <a:pt x="819150" y="1190625"/>
                  </a:lnTo>
                  <a:lnTo>
                    <a:pt x="819150" y="1420495"/>
                  </a:lnTo>
                  <a:lnTo>
                    <a:pt x="657199" y="1420495"/>
                  </a:lnTo>
                  <a:lnTo>
                    <a:pt x="657199" y="1190625"/>
                  </a:lnTo>
                  <a:lnTo>
                    <a:pt x="819150" y="1190625"/>
                  </a:lnTo>
                  <a:lnTo>
                    <a:pt x="819150" y="1181100"/>
                  </a:lnTo>
                  <a:lnTo>
                    <a:pt x="657199" y="1181100"/>
                  </a:lnTo>
                  <a:lnTo>
                    <a:pt x="657199" y="1095375"/>
                  </a:lnTo>
                  <a:lnTo>
                    <a:pt x="647700" y="1095375"/>
                  </a:lnTo>
                  <a:lnTo>
                    <a:pt x="647700" y="1181100"/>
                  </a:lnTo>
                  <a:lnTo>
                    <a:pt x="647700" y="1190625"/>
                  </a:lnTo>
                  <a:lnTo>
                    <a:pt x="647700" y="1420495"/>
                  </a:lnTo>
                  <a:lnTo>
                    <a:pt x="495300" y="1420495"/>
                  </a:lnTo>
                  <a:lnTo>
                    <a:pt x="495300" y="1190625"/>
                  </a:lnTo>
                  <a:lnTo>
                    <a:pt x="647700" y="1190625"/>
                  </a:lnTo>
                  <a:lnTo>
                    <a:pt x="647700" y="1181100"/>
                  </a:lnTo>
                  <a:lnTo>
                    <a:pt x="495300" y="1181100"/>
                  </a:lnTo>
                  <a:lnTo>
                    <a:pt x="495300" y="1095375"/>
                  </a:lnTo>
                  <a:lnTo>
                    <a:pt x="485775" y="1095375"/>
                  </a:lnTo>
                  <a:lnTo>
                    <a:pt x="485775" y="1181100"/>
                  </a:lnTo>
                  <a:lnTo>
                    <a:pt x="485775" y="1190625"/>
                  </a:lnTo>
                  <a:lnTo>
                    <a:pt x="485775" y="1420495"/>
                  </a:lnTo>
                  <a:lnTo>
                    <a:pt x="333311" y="1420495"/>
                  </a:lnTo>
                  <a:lnTo>
                    <a:pt x="333311" y="1190625"/>
                  </a:lnTo>
                  <a:lnTo>
                    <a:pt x="485775" y="1190625"/>
                  </a:lnTo>
                  <a:lnTo>
                    <a:pt x="485775" y="1181100"/>
                  </a:lnTo>
                  <a:lnTo>
                    <a:pt x="333311" y="1181100"/>
                  </a:lnTo>
                  <a:lnTo>
                    <a:pt x="333311" y="1095375"/>
                  </a:lnTo>
                  <a:lnTo>
                    <a:pt x="323850" y="1095375"/>
                  </a:lnTo>
                  <a:lnTo>
                    <a:pt x="323850" y="1181100"/>
                  </a:lnTo>
                  <a:lnTo>
                    <a:pt x="323850" y="1190625"/>
                  </a:lnTo>
                  <a:lnTo>
                    <a:pt x="323850" y="1420495"/>
                  </a:lnTo>
                  <a:lnTo>
                    <a:pt x="171424" y="1420495"/>
                  </a:lnTo>
                  <a:lnTo>
                    <a:pt x="171424" y="1190625"/>
                  </a:lnTo>
                  <a:lnTo>
                    <a:pt x="323850" y="1190625"/>
                  </a:lnTo>
                  <a:lnTo>
                    <a:pt x="323850" y="1181100"/>
                  </a:lnTo>
                  <a:lnTo>
                    <a:pt x="171424" y="1181100"/>
                  </a:lnTo>
                  <a:lnTo>
                    <a:pt x="171424" y="952500"/>
                  </a:lnTo>
                  <a:lnTo>
                    <a:pt x="171450" y="943013"/>
                  </a:lnTo>
                  <a:lnTo>
                    <a:pt x="171424" y="714375"/>
                  </a:lnTo>
                  <a:lnTo>
                    <a:pt x="323850" y="714375"/>
                  </a:lnTo>
                  <a:lnTo>
                    <a:pt x="323850" y="733475"/>
                  </a:lnTo>
                  <a:lnTo>
                    <a:pt x="333311" y="733475"/>
                  </a:lnTo>
                  <a:lnTo>
                    <a:pt x="333311" y="714375"/>
                  </a:lnTo>
                  <a:lnTo>
                    <a:pt x="485775" y="714375"/>
                  </a:lnTo>
                  <a:lnTo>
                    <a:pt x="485775" y="943013"/>
                  </a:lnTo>
                  <a:lnTo>
                    <a:pt x="409575" y="943013"/>
                  </a:lnTo>
                  <a:lnTo>
                    <a:pt x="409575" y="952500"/>
                  </a:lnTo>
                  <a:lnTo>
                    <a:pt x="485775" y="952500"/>
                  </a:lnTo>
                  <a:lnTo>
                    <a:pt x="485775" y="1009675"/>
                  </a:lnTo>
                  <a:lnTo>
                    <a:pt x="495300" y="1009675"/>
                  </a:lnTo>
                  <a:lnTo>
                    <a:pt x="495300" y="952500"/>
                  </a:lnTo>
                  <a:lnTo>
                    <a:pt x="590550" y="952500"/>
                  </a:lnTo>
                  <a:lnTo>
                    <a:pt x="590550" y="943013"/>
                  </a:lnTo>
                  <a:lnTo>
                    <a:pt x="495300" y="943013"/>
                  </a:lnTo>
                  <a:lnTo>
                    <a:pt x="495300" y="714375"/>
                  </a:lnTo>
                  <a:lnTo>
                    <a:pt x="647700" y="714375"/>
                  </a:lnTo>
                  <a:lnTo>
                    <a:pt x="647700" y="828700"/>
                  </a:lnTo>
                  <a:lnTo>
                    <a:pt x="657199" y="828700"/>
                  </a:lnTo>
                  <a:lnTo>
                    <a:pt x="657199" y="714375"/>
                  </a:lnTo>
                  <a:lnTo>
                    <a:pt x="819150" y="714375"/>
                  </a:lnTo>
                  <a:lnTo>
                    <a:pt x="819150" y="933500"/>
                  </a:lnTo>
                  <a:lnTo>
                    <a:pt x="828611" y="933500"/>
                  </a:lnTo>
                  <a:lnTo>
                    <a:pt x="828611" y="714375"/>
                  </a:lnTo>
                  <a:lnTo>
                    <a:pt x="981024" y="714375"/>
                  </a:lnTo>
                  <a:lnTo>
                    <a:pt x="981024" y="704913"/>
                  </a:lnTo>
                  <a:lnTo>
                    <a:pt x="828611" y="704913"/>
                  </a:lnTo>
                  <a:lnTo>
                    <a:pt x="828611" y="485775"/>
                  </a:lnTo>
                  <a:lnTo>
                    <a:pt x="981024" y="485775"/>
                  </a:lnTo>
                  <a:lnTo>
                    <a:pt x="981024" y="476288"/>
                  </a:lnTo>
                  <a:lnTo>
                    <a:pt x="828611" y="476288"/>
                  </a:lnTo>
                  <a:lnTo>
                    <a:pt x="828611" y="247650"/>
                  </a:lnTo>
                  <a:lnTo>
                    <a:pt x="981024" y="247650"/>
                  </a:lnTo>
                  <a:lnTo>
                    <a:pt x="981024" y="238125"/>
                  </a:lnTo>
                  <a:lnTo>
                    <a:pt x="828611" y="238125"/>
                  </a:lnTo>
                  <a:lnTo>
                    <a:pt x="828611" y="6985"/>
                  </a:lnTo>
                  <a:lnTo>
                    <a:pt x="990600" y="6985"/>
                  </a:lnTo>
                  <a:lnTo>
                    <a:pt x="990600" y="635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448550" y="3048050"/>
              <a:ext cx="657225" cy="361950"/>
            </a:xfrm>
            <a:custGeom>
              <a:avLst/>
              <a:gdLst/>
              <a:ahLst/>
              <a:cxnLst/>
              <a:rect l="l" t="t" r="r" b="b"/>
              <a:pathLst>
                <a:path w="657225" h="361950">
                  <a:moveTo>
                    <a:pt x="95250" y="161899"/>
                  </a:moveTo>
                  <a:lnTo>
                    <a:pt x="0" y="161899"/>
                  </a:lnTo>
                  <a:lnTo>
                    <a:pt x="0" y="361899"/>
                  </a:lnTo>
                  <a:lnTo>
                    <a:pt x="95250" y="361899"/>
                  </a:lnTo>
                  <a:lnTo>
                    <a:pt x="95250" y="161899"/>
                  </a:lnTo>
                  <a:close/>
                </a:path>
                <a:path w="657225" h="361950">
                  <a:moveTo>
                    <a:pt x="238125" y="0"/>
                  </a:moveTo>
                  <a:lnTo>
                    <a:pt x="133350" y="0"/>
                  </a:lnTo>
                  <a:lnTo>
                    <a:pt x="133350" y="361899"/>
                  </a:lnTo>
                  <a:lnTo>
                    <a:pt x="238125" y="361899"/>
                  </a:lnTo>
                  <a:lnTo>
                    <a:pt x="238125" y="0"/>
                  </a:lnTo>
                  <a:close/>
                </a:path>
                <a:path w="657225" h="361950">
                  <a:moveTo>
                    <a:pt x="371475" y="276199"/>
                  </a:moveTo>
                  <a:lnTo>
                    <a:pt x="276225" y="276199"/>
                  </a:lnTo>
                  <a:lnTo>
                    <a:pt x="276225" y="361899"/>
                  </a:lnTo>
                  <a:lnTo>
                    <a:pt x="371475" y="361899"/>
                  </a:lnTo>
                  <a:lnTo>
                    <a:pt x="371475" y="276199"/>
                  </a:lnTo>
                  <a:close/>
                </a:path>
                <a:path w="657225" h="361950">
                  <a:moveTo>
                    <a:pt x="514350" y="95224"/>
                  </a:moveTo>
                  <a:lnTo>
                    <a:pt x="419100" y="95224"/>
                  </a:lnTo>
                  <a:lnTo>
                    <a:pt x="419100" y="361899"/>
                  </a:lnTo>
                  <a:lnTo>
                    <a:pt x="514350" y="361899"/>
                  </a:lnTo>
                  <a:lnTo>
                    <a:pt x="514350" y="95224"/>
                  </a:lnTo>
                  <a:close/>
                </a:path>
                <a:path w="657225" h="361950">
                  <a:moveTo>
                    <a:pt x="657225" y="200025"/>
                  </a:moveTo>
                  <a:lnTo>
                    <a:pt x="552450" y="200025"/>
                  </a:lnTo>
                  <a:lnTo>
                    <a:pt x="552450" y="361899"/>
                  </a:lnTo>
                  <a:lnTo>
                    <a:pt x="657225" y="361899"/>
                  </a:lnTo>
                  <a:lnTo>
                    <a:pt x="657225" y="200025"/>
                  </a:lnTo>
                  <a:close/>
                </a:path>
              </a:pathLst>
            </a:custGeom>
            <a:solidFill>
              <a:srgbClr val="2F46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48600" y="3476625"/>
              <a:ext cx="266700" cy="66675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20050" y="2847975"/>
              <a:ext cx="123825" cy="66675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29500" y="3476625"/>
              <a:ext cx="209550" cy="66675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343775" y="2409825"/>
              <a:ext cx="200025" cy="66675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7267575" y="2419349"/>
              <a:ext cx="1000125" cy="1276350"/>
            </a:xfrm>
            <a:custGeom>
              <a:avLst/>
              <a:gdLst/>
              <a:ahLst/>
              <a:cxnLst/>
              <a:rect l="l" t="t" r="r" b="b"/>
              <a:pathLst>
                <a:path w="1000125" h="1276350">
                  <a:moveTo>
                    <a:pt x="771525" y="257556"/>
                  </a:moveTo>
                  <a:lnTo>
                    <a:pt x="767359" y="211264"/>
                  </a:lnTo>
                  <a:lnTo>
                    <a:pt x="755396" y="167690"/>
                  </a:lnTo>
                  <a:lnTo>
                    <a:pt x="747649" y="151409"/>
                  </a:lnTo>
                  <a:lnTo>
                    <a:pt x="747649" y="256794"/>
                  </a:lnTo>
                  <a:lnTo>
                    <a:pt x="742962" y="303631"/>
                  </a:lnTo>
                  <a:lnTo>
                    <a:pt x="729348" y="348081"/>
                  </a:lnTo>
                  <a:lnTo>
                    <a:pt x="707859" y="387908"/>
                  </a:lnTo>
                  <a:lnTo>
                    <a:pt x="679386" y="422605"/>
                  </a:lnTo>
                  <a:lnTo>
                    <a:pt x="678408" y="423418"/>
                  </a:lnTo>
                  <a:lnTo>
                    <a:pt x="660374" y="403034"/>
                  </a:lnTo>
                  <a:lnTo>
                    <a:pt x="660374" y="438353"/>
                  </a:lnTo>
                  <a:lnTo>
                    <a:pt x="644829" y="451218"/>
                  </a:lnTo>
                  <a:lnTo>
                    <a:pt x="605129" y="472833"/>
                  </a:lnTo>
                  <a:lnTo>
                    <a:pt x="561200" y="486486"/>
                  </a:lnTo>
                  <a:lnTo>
                    <a:pt x="513969" y="491236"/>
                  </a:lnTo>
                  <a:lnTo>
                    <a:pt x="466953" y="486486"/>
                  </a:lnTo>
                  <a:lnTo>
                    <a:pt x="423125" y="472833"/>
                  </a:lnTo>
                  <a:lnTo>
                    <a:pt x="383438" y="451218"/>
                  </a:lnTo>
                  <a:lnTo>
                    <a:pt x="348830" y="422605"/>
                  </a:lnTo>
                  <a:lnTo>
                    <a:pt x="320268" y="387908"/>
                  </a:lnTo>
                  <a:lnTo>
                    <a:pt x="298691" y="348081"/>
                  </a:lnTo>
                  <a:lnTo>
                    <a:pt x="285038" y="304063"/>
                  </a:lnTo>
                  <a:lnTo>
                    <a:pt x="283121" y="285102"/>
                  </a:lnTo>
                  <a:lnTo>
                    <a:pt x="513981" y="273418"/>
                  </a:lnTo>
                  <a:lnTo>
                    <a:pt x="660374" y="438353"/>
                  </a:lnTo>
                  <a:lnTo>
                    <a:pt x="660374" y="403034"/>
                  </a:lnTo>
                  <a:lnTo>
                    <a:pt x="532638" y="258610"/>
                  </a:lnTo>
                  <a:lnTo>
                    <a:pt x="532638" y="257848"/>
                  </a:lnTo>
                  <a:lnTo>
                    <a:pt x="637806" y="59194"/>
                  </a:lnTo>
                  <a:lnTo>
                    <a:pt x="645033" y="63106"/>
                  </a:lnTo>
                  <a:lnTo>
                    <a:pt x="679665" y="91668"/>
                  </a:lnTo>
                  <a:lnTo>
                    <a:pt x="708190" y="126276"/>
                  </a:lnTo>
                  <a:lnTo>
                    <a:pt x="729665" y="165963"/>
                  </a:lnTo>
                  <a:lnTo>
                    <a:pt x="743127" y="209791"/>
                  </a:lnTo>
                  <a:lnTo>
                    <a:pt x="747649" y="256794"/>
                  </a:lnTo>
                  <a:lnTo>
                    <a:pt x="747649" y="151409"/>
                  </a:lnTo>
                  <a:lnTo>
                    <a:pt x="736320" y="127571"/>
                  </a:lnTo>
                  <a:lnTo>
                    <a:pt x="710933" y="91668"/>
                  </a:lnTo>
                  <a:lnTo>
                    <a:pt x="679843" y="60579"/>
                  </a:lnTo>
                  <a:lnTo>
                    <a:pt x="646658" y="37122"/>
                  </a:lnTo>
                  <a:lnTo>
                    <a:pt x="645414" y="33020"/>
                  </a:lnTo>
                  <a:lnTo>
                    <a:pt x="639445" y="29972"/>
                  </a:lnTo>
                  <a:lnTo>
                    <a:pt x="637921" y="28956"/>
                  </a:lnTo>
                  <a:lnTo>
                    <a:pt x="636143" y="28575"/>
                  </a:lnTo>
                  <a:lnTo>
                    <a:pt x="634238" y="28575"/>
                  </a:lnTo>
                  <a:lnTo>
                    <a:pt x="630174" y="28575"/>
                  </a:lnTo>
                  <a:lnTo>
                    <a:pt x="618515" y="23114"/>
                  </a:lnTo>
                  <a:lnTo>
                    <a:pt x="616737" y="22275"/>
                  </a:lnTo>
                  <a:lnTo>
                    <a:pt x="616737" y="47777"/>
                  </a:lnTo>
                  <a:lnTo>
                    <a:pt x="510603" y="248158"/>
                  </a:lnTo>
                  <a:lnTo>
                    <a:pt x="280581" y="259791"/>
                  </a:lnTo>
                  <a:lnTo>
                    <a:pt x="280365" y="257556"/>
                  </a:lnTo>
                  <a:lnTo>
                    <a:pt x="280289" y="256794"/>
                  </a:lnTo>
                  <a:lnTo>
                    <a:pt x="285038" y="209791"/>
                  </a:lnTo>
                  <a:lnTo>
                    <a:pt x="298691" y="165963"/>
                  </a:lnTo>
                  <a:lnTo>
                    <a:pt x="320268" y="126276"/>
                  </a:lnTo>
                  <a:lnTo>
                    <a:pt x="348830" y="91668"/>
                  </a:lnTo>
                  <a:lnTo>
                    <a:pt x="383438" y="63106"/>
                  </a:lnTo>
                  <a:lnTo>
                    <a:pt x="423125" y="41529"/>
                  </a:lnTo>
                  <a:lnTo>
                    <a:pt x="466953" y="27876"/>
                  </a:lnTo>
                  <a:lnTo>
                    <a:pt x="513969" y="23114"/>
                  </a:lnTo>
                  <a:lnTo>
                    <a:pt x="561225" y="27876"/>
                  </a:lnTo>
                  <a:lnTo>
                    <a:pt x="605231" y="41529"/>
                  </a:lnTo>
                  <a:lnTo>
                    <a:pt x="616737" y="47777"/>
                  </a:lnTo>
                  <a:lnTo>
                    <a:pt x="616737" y="22275"/>
                  </a:lnTo>
                  <a:lnTo>
                    <a:pt x="603783" y="16116"/>
                  </a:lnTo>
                  <a:lnTo>
                    <a:pt x="560222" y="4152"/>
                  </a:lnTo>
                  <a:lnTo>
                    <a:pt x="513969" y="0"/>
                  </a:lnTo>
                  <a:lnTo>
                    <a:pt x="467893" y="4152"/>
                  </a:lnTo>
                  <a:lnTo>
                    <a:pt x="424497" y="16116"/>
                  </a:lnTo>
                  <a:lnTo>
                    <a:pt x="384505" y="35166"/>
                  </a:lnTo>
                  <a:lnTo>
                    <a:pt x="348653" y="60579"/>
                  </a:lnTo>
                  <a:lnTo>
                    <a:pt x="317639" y="91668"/>
                  </a:lnTo>
                  <a:lnTo>
                    <a:pt x="292303" y="127571"/>
                  </a:lnTo>
                  <a:lnTo>
                    <a:pt x="273278" y="167690"/>
                  </a:lnTo>
                  <a:lnTo>
                    <a:pt x="261315" y="211264"/>
                  </a:lnTo>
                  <a:lnTo>
                    <a:pt x="257238" y="256794"/>
                  </a:lnTo>
                  <a:lnTo>
                    <a:pt x="257175" y="257556"/>
                  </a:lnTo>
                  <a:lnTo>
                    <a:pt x="257924" y="265925"/>
                  </a:lnTo>
                  <a:lnTo>
                    <a:pt x="257175" y="266700"/>
                  </a:lnTo>
                  <a:lnTo>
                    <a:pt x="257937" y="273812"/>
                  </a:lnTo>
                  <a:lnTo>
                    <a:pt x="257937" y="281051"/>
                  </a:lnTo>
                  <a:lnTo>
                    <a:pt x="259397" y="282346"/>
                  </a:lnTo>
                  <a:lnTo>
                    <a:pt x="273278" y="347027"/>
                  </a:lnTo>
                  <a:lnTo>
                    <a:pt x="292303" y="387019"/>
                  </a:lnTo>
                  <a:lnTo>
                    <a:pt x="317677" y="422871"/>
                  </a:lnTo>
                  <a:lnTo>
                    <a:pt x="348653" y="453847"/>
                  </a:lnTo>
                  <a:lnTo>
                    <a:pt x="384505" y="479221"/>
                  </a:lnTo>
                  <a:lnTo>
                    <a:pt x="424497" y="498246"/>
                  </a:lnTo>
                  <a:lnTo>
                    <a:pt x="467893" y="510209"/>
                  </a:lnTo>
                  <a:lnTo>
                    <a:pt x="513969" y="514350"/>
                  </a:lnTo>
                  <a:lnTo>
                    <a:pt x="560222" y="510209"/>
                  </a:lnTo>
                  <a:lnTo>
                    <a:pt x="603783" y="498246"/>
                  </a:lnTo>
                  <a:lnTo>
                    <a:pt x="618553" y="491236"/>
                  </a:lnTo>
                  <a:lnTo>
                    <a:pt x="643902" y="479221"/>
                  </a:lnTo>
                  <a:lnTo>
                    <a:pt x="676719" y="456057"/>
                  </a:lnTo>
                  <a:lnTo>
                    <a:pt x="678942" y="457200"/>
                  </a:lnTo>
                  <a:lnTo>
                    <a:pt x="684911" y="457200"/>
                  </a:lnTo>
                  <a:lnTo>
                    <a:pt x="687832" y="456438"/>
                  </a:lnTo>
                  <a:lnTo>
                    <a:pt x="690118" y="454152"/>
                  </a:lnTo>
                  <a:lnTo>
                    <a:pt x="695325" y="449580"/>
                  </a:lnTo>
                  <a:lnTo>
                    <a:pt x="695325" y="442087"/>
                  </a:lnTo>
                  <a:lnTo>
                    <a:pt x="693496" y="440220"/>
                  </a:lnTo>
                  <a:lnTo>
                    <a:pt x="710895" y="422871"/>
                  </a:lnTo>
                  <a:lnTo>
                    <a:pt x="736320" y="387019"/>
                  </a:lnTo>
                  <a:lnTo>
                    <a:pt x="755396" y="347027"/>
                  </a:lnTo>
                  <a:lnTo>
                    <a:pt x="767245" y="304063"/>
                  </a:lnTo>
                  <a:lnTo>
                    <a:pt x="767359" y="303631"/>
                  </a:lnTo>
                  <a:lnTo>
                    <a:pt x="771525" y="257556"/>
                  </a:lnTo>
                  <a:close/>
                </a:path>
                <a:path w="1000125" h="1276350">
                  <a:moveTo>
                    <a:pt x="1000125" y="1253998"/>
                  </a:moveTo>
                  <a:lnTo>
                    <a:pt x="994918" y="1247775"/>
                  </a:lnTo>
                  <a:lnTo>
                    <a:pt x="11176" y="1247775"/>
                  </a:lnTo>
                  <a:lnTo>
                    <a:pt x="5207" y="1247775"/>
                  </a:lnTo>
                  <a:lnTo>
                    <a:pt x="0" y="1253998"/>
                  </a:lnTo>
                  <a:lnTo>
                    <a:pt x="0" y="1270127"/>
                  </a:lnTo>
                  <a:lnTo>
                    <a:pt x="5207" y="1276350"/>
                  </a:lnTo>
                  <a:lnTo>
                    <a:pt x="994918" y="1276350"/>
                  </a:lnTo>
                  <a:lnTo>
                    <a:pt x="1000125" y="1270127"/>
                  </a:lnTo>
                  <a:lnTo>
                    <a:pt x="1000125" y="1253998"/>
                  </a:lnTo>
                  <a:close/>
                </a:path>
              </a:pathLst>
            </a:custGeom>
            <a:solidFill>
              <a:srgbClr val="2F46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162925" y="2352675"/>
              <a:ext cx="66675" cy="66675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353300" y="2838450"/>
              <a:ext cx="66675" cy="66675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010525" y="3019425"/>
              <a:ext cx="171450" cy="7620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305675" y="3581400"/>
              <a:ext cx="142875" cy="66675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477125" y="3581400"/>
              <a:ext cx="85725" cy="66675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8162925" y="3581400"/>
              <a:ext cx="57150" cy="47625"/>
            </a:xfrm>
            <a:custGeom>
              <a:avLst/>
              <a:gdLst/>
              <a:ahLst/>
              <a:cxnLst/>
              <a:rect l="l" t="t" r="r" b="b"/>
              <a:pathLst>
                <a:path w="57150" h="47625">
                  <a:moveTo>
                    <a:pt x="53213" y="0"/>
                  </a:moveTo>
                  <a:lnTo>
                    <a:pt x="3936" y="0"/>
                  </a:lnTo>
                  <a:lnTo>
                    <a:pt x="0" y="2666"/>
                  </a:lnTo>
                  <a:lnTo>
                    <a:pt x="0" y="44322"/>
                  </a:lnTo>
                  <a:lnTo>
                    <a:pt x="3936" y="47625"/>
                  </a:lnTo>
                  <a:lnTo>
                    <a:pt x="53213" y="47625"/>
                  </a:lnTo>
                  <a:lnTo>
                    <a:pt x="57150" y="44322"/>
                  </a:lnTo>
                  <a:lnTo>
                    <a:pt x="57150" y="33781"/>
                  </a:lnTo>
                  <a:lnTo>
                    <a:pt x="17272" y="33781"/>
                  </a:lnTo>
                  <a:lnTo>
                    <a:pt x="17272" y="13843"/>
                  </a:lnTo>
                  <a:lnTo>
                    <a:pt x="57150" y="13843"/>
                  </a:lnTo>
                  <a:lnTo>
                    <a:pt x="57150" y="2666"/>
                  </a:lnTo>
                  <a:lnTo>
                    <a:pt x="53213" y="0"/>
                  </a:lnTo>
                  <a:close/>
                </a:path>
                <a:path w="57150" h="47625">
                  <a:moveTo>
                    <a:pt x="57150" y="13843"/>
                  </a:moveTo>
                  <a:lnTo>
                    <a:pt x="40767" y="13843"/>
                  </a:lnTo>
                  <a:lnTo>
                    <a:pt x="40767" y="33781"/>
                  </a:lnTo>
                  <a:lnTo>
                    <a:pt x="57150" y="33781"/>
                  </a:lnTo>
                  <a:lnTo>
                    <a:pt x="57150" y="13843"/>
                  </a:lnTo>
                  <a:close/>
                </a:path>
              </a:pathLst>
            </a:custGeom>
            <a:solidFill>
              <a:srgbClr val="2F46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400675" y="3419475"/>
              <a:ext cx="1943100" cy="219075"/>
            </a:xfrm>
            <a:custGeom>
              <a:avLst/>
              <a:gdLst/>
              <a:ahLst/>
              <a:cxnLst/>
              <a:rect l="l" t="t" r="r" b="b"/>
              <a:pathLst>
                <a:path w="1943100" h="219075">
                  <a:moveTo>
                    <a:pt x="1943100" y="0"/>
                  </a:moveTo>
                  <a:lnTo>
                    <a:pt x="0" y="0"/>
                  </a:lnTo>
                  <a:lnTo>
                    <a:pt x="0" y="120141"/>
                  </a:lnTo>
                  <a:lnTo>
                    <a:pt x="7606" y="158692"/>
                  </a:lnTo>
                  <a:lnTo>
                    <a:pt x="28368" y="190134"/>
                  </a:lnTo>
                  <a:lnTo>
                    <a:pt x="59203" y="211314"/>
                  </a:lnTo>
                  <a:lnTo>
                    <a:pt x="97027" y="219075"/>
                  </a:lnTo>
                  <a:lnTo>
                    <a:pt x="1845436" y="219075"/>
                  </a:lnTo>
                  <a:lnTo>
                    <a:pt x="1883306" y="211314"/>
                  </a:lnTo>
                  <a:lnTo>
                    <a:pt x="1914366" y="190134"/>
                  </a:lnTo>
                  <a:lnTo>
                    <a:pt x="1935376" y="158692"/>
                  </a:lnTo>
                  <a:lnTo>
                    <a:pt x="1943100" y="120141"/>
                  </a:lnTo>
                  <a:lnTo>
                    <a:pt x="1943100" y="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400675" y="2428875"/>
              <a:ext cx="1943100" cy="990600"/>
            </a:xfrm>
            <a:custGeom>
              <a:avLst/>
              <a:gdLst/>
              <a:ahLst/>
              <a:cxnLst/>
              <a:rect l="l" t="t" r="r" b="b"/>
              <a:pathLst>
                <a:path w="1943100" h="990600">
                  <a:moveTo>
                    <a:pt x="1846072" y="0"/>
                  </a:moveTo>
                  <a:lnTo>
                    <a:pt x="97027" y="0"/>
                  </a:lnTo>
                  <a:lnTo>
                    <a:pt x="59203" y="7584"/>
                  </a:lnTo>
                  <a:lnTo>
                    <a:pt x="28368" y="28289"/>
                  </a:lnTo>
                  <a:lnTo>
                    <a:pt x="7606" y="59043"/>
                  </a:lnTo>
                  <a:lnTo>
                    <a:pt x="0" y="96774"/>
                  </a:lnTo>
                  <a:lnTo>
                    <a:pt x="0" y="990600"/>
                  </a:lnTo>
                  <a:lnTo>
                    <a:pt x="1943100" y="990600"/>
                  </a:lnTo>
                  <a:lnTo>
                    <a:pt x="1943100" y="96774"/>
                  </a:lnTo>
                  <a:lnTo>
                    <a:pt x="1935493" y="59043"/>
                  </a:lnTo>
                  <a:lnTo>
                    <a:pt x="1914731" y="28289"/>
                  </a:lnTo>
                  <a:lnTo>
                    <a:pt x="1883896" y="7584"/>
                  </a:lnTo>
                  <a:lnTo>
                    <a:pt x="1846072" y="0"/>
                  </a:lnTo>
                  <a:close/>
                </a:path>
              </a:pathLst>
            </a:custGeom>
            <a:solidFill>
              <a:srgbClr val="2128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172200" y="3638550"/>
              <a:ext cx="409575" cy="95250"/>
            </a:xfrm>
            <a:custGeom>
              <a:avLst/>
              <a:gdLst/>
              <a:ahLst/>
              <a:cxnLst/>
              <a:rect l="l" t="t" r="r" b="b"/>
              <a:pathLst>
                <a:path w="409575" h="95250">
                  <a:moveTo>
                    <a:pt x="394080" y="0"/>
                  </a:moveTo>
                  <a:lnTo>
                    <a:pt x="0" y="0"/>
                  </a:lnTo>
                  <a:lnTo>
                    <a:pt x="409575" y="95250"/>
                  </a:lnTo>
                  <a:lnTo>
                    <a:pt x="403082" y="73902"/>
                  </a:lnTo>
                  <a:lnTo>
                    <a:pt x="398208" y="51053"/>
                  </a:lnTo>
                  <a:lnTo>
                    <a:pt x="395144" y="26491"/>
                  </a:lnTo>
                  <a:lnTo>
                    <a:pt x="394080" y="0"/>
                  </a:lnTo>
                  <a:close/>
                </a:path>
              </a:pathLst>
            </a:custGeom>
            <a:solidFill>
              <a:srgbClr val="C4C4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981700" y="3638550"/>
              <a:ext cx="790575" cy="276225"/>
            </a:xfrm>
            <a:custGeom>
              <a:avLst/>
              <a:gdLst/>
              <a:ahLst/>
              <a:cxnLst/>
              <a:rect l="l" t="t" r="r" b="b"/>
              <a:pathLst>
                <a:path w="790575" h="276225">
                  <a:moveTo>
                    <a:pt x="197103" y="0"/>
                  </a:moveTo>
                  <a:lnTo>
                    <a:pt x="166306" y="139114"/>
                  </a:lnTo>
                  <a:lnTo>
                    <a:pt x="98551" y="223396"/>
                  </a:lnTo>
                  <a:lnTo>
                    <a:pt x="30797" y="265029"/>
                  </a:lnTo>
                  <a:lnTo>
                    <a:pt x="0" y="276199"/>
                  </a:lnTo>
                  <a:lnTo>
                    <a:pt x="790575" y="276199"/>
                  </a:lnTo>
                  <a:lnTo>
                    <a:pt x="768582" y="268718"/>
                  </a:lnTo>
                  <a:lnTo>
                    <a:pt x="716740" y="241679"/>
                  </a:lnTo>
                  <a:lnTo>
                    <a:pt x="656254" y="188186"/>
                  </a:lnTo>
                  <a:lnTo>
                    <a:pt x="608329" y="101346"/>
                  </a:lnTo>
                  <a:lnTo>
                    <a:pt x="197103" y="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972175" y="3895750"/>
              <a:ext cx="800100" cy="66675"/>
            </a:xfrm>
            <a:custGeom>
              <a:avLst/>
              <a:gdLst/>
              <a:ahLst/>
              <a:cxnLst/>
              <a:rect l="l" t="t" r="r" b="b"/>
              <a:pathLst>
                <a:path w="800100" h="66675">
                  <a:moveTo>
                    <a:pt x="775461" y="0"/>
                  </a:moveTo>
                  <a:lnTo>
                    <a:pt x="24637" y="0"/>
                  </a:lnTo>
                  <a:lnTo>
                    <a:pt x="15109" y="1944"/>
                  </a:lnTo>
                  <a:lnTo>
                    <a:pt x="7270" y="7221"/>
                  </a:lnTo>
                  <a:lnTo>
                    <a:pt x="1956" y="14996"/>
                  </a:lnTo>
                  <a:lnTo>
                    <a:pt x="0" y="24434"/>
                  </a:lnTo>
                  <a:lnTo>
                    <a:pt x="0" y="42214"/>
                  </a:lnTo>
                  <a:lnTo>
                    <a:pt x="1956" y="51653"/>
                  </a:lnTo>
                  <a:lnTo>
                    <a:pt x="7270" y="59428"/>
                  </a:lnTo>
                  <a:lnTo>
                    <a:pt x="15109" y="64705"/>
                  </a:lnTo>
                  <a:lnTo>
                    <a:pt x="24637" y="66649"/>
                  </a:lnTo>
                  <a:lnTo>
                    <a:pt x="775461" y="66649"/>
                  </a:lnTo>
                  <a:lnTo>
                    <a:pt x="784990" y="64705"/>
                  </a:lnTo>
                  <a:lnTo>
                    <a:pt x="792829" y="59428"/>
                  </a:lnTo>
                  <a:lnTo>
                    <a:pt x="798143" y="51653"/>
                  </a:lnTo>
                  <a:lnTo>
                    <a:pt x="800100" y="42214"/>
                  </a:lnTo>
                  <a:lnTo>
                    <a:pt x="800100" y="24434"/>
                  </a:lnTo>
                  <a:lnTo>
                    <a:pt x="798143" y="14996"/>
                  </a:lnTo>
                  <a:lnTo>
                    <a:pt x="792829" y="7221"/>
                  </a:lnTo>
                  <a:lnTo>
                    <a:pt x="784990" y="1944"/>
                  </a:lnTo>
                  <a:lnTo>
                    <a:pt x="7754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742235" y="2905125"/>
              <a:ext cx="620395" cy="371475"/>
            </a:xfrm>
            <a:custGeom>
              <a:avLst/>
              <a:gdLst/>
              <a:ahLst/>
              <a:cxnLst/>
              <a:rect l="l" t="t" r="r" b="b"/>
              <a:pathLst>
                <a:path w="620395" h="371475">
                  <a:moveTo>
                    <a:pt x="543123" y="0"/>
                  </a:moveTo>
                  <a:lnTo>
                    <a:pt x="32075" y="244348"/>
                  </a:lnTo>
                  <a:lnTo>
                    <a:pt x="2992" y="276494"/>
                  </a:lnTo>
                  <a:lnTo>
                    <a:pt x="0" y="297979"/>
                  </a:lnTo>
                  <a:lnTo>
                    <a:pt x="5913" y="319786"/>
                  </a:lnTo>
                  <a:lnTo>
                    <a:pt x="32075" y="371475"/>
                  </a:lnTo>
                  <a:lnTo>
                    <a:pt x="620339" y="83185"/>
                  </a:lnTo>
                  <a:lnTo>
                    <a:pt x="594939" y="31495"/>
                  </a:lnTo>
                  <a:lnTo>
                    <a:pt x="558738" y="2099"/>
                  </a:lnTo>
                  <a:lnTo>
                    <a:pt x="543123" y="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772025" y="2990850"/>
              <a:ext cx="895350" cy="904875"/>
            </a:xfrm>
            <a:custGeom>
              <a:avLst/>
              <a:gdLst/>
              <a:ahLst/>
              <a:cxnLst/>
              <a:rect l="l" t="t" r="r" b="b"/>
              <a:pathLst>
                <a:path w="895350" h="904875">
                  <a:moveTo>
                    <a:pt x="588010" y="0"/>
                  </a:moveTo>
                  <a:lnTo>
                    <a:pt x="0" y="288289"/>
                  </a:lnTo>
                  <a:lnTo>
                    <a:pt x="307339" y="904875"/>
                  </a:lnTo>
                  <a:lnTo>
                    <a:pt x="895350" y="616585"/>
                  </a:lnTo>
                  <a:lnTo>
                    <a:pt x="588010" y="0"/>
                  </a:lnTo>
                  <a:close/>
                </a:path>
              </a:pathLst>
            </a:custGeom>
            <a:solidFill>
              <a:srgbClr val="2128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076825" y="3609975"/>
              <a:ext cx="630555" cy="390525"/>
            </a:xfrm>
            <a:custGeom>
              <a:avLst/>
              <a:gdLst/>
              <a:ahLst/>
              <a:cxnLst/>
              <a:rect l="l" t="t" r="r" b="b"/>
              <a:pathLst>
                <a:path w="630554" h="390525">
                  <a:moveTo>
                    <a:pt x="590930" y="0"/>
                  </a:moveTo>
                  <a:lnTo>
                    <a:pt x="0" y="291388"/>
                  </a:lnTo>
                  <a:lnTo>
                    <a:pt x="33654" y="358457"/>
                  </a:lnTo>
                  <a:lnTo>
                    <a:pt x="43054" y="371977"/>
                  </a:lnTo>
                  <a:lnTo>
                    <a:pt x="55419" y="382046"/>
                  </a:lnTo>
                  <a:lnTo>
                    <a:pt x="69855" y="388330"/>
                  </a:lnTo>
                  <a:lnTo>
                    <a:pt x="85471" y="390499"/>
                  </a:lnTo>
                  <a:lnTo>
                    <a:pt x="91886" y="390138"/>
                  </a:lnTo>
                  <a:lnTo>
                    <a:pt x="598424" y="144653"/>
                  </a:lnTo>
                  <a:lnTo>
                    <a:pt x="627284" y="111521"/>
                  </a:lnTo>
                  <a:lnTo>
                    <a:pt x="630285" y="89771"/>
                  </a:lnTo>
                  <a:lnTo>
                    <a:pt x="624713" y="67818"/>
                  </a:lnTo>
                  <a:lnTo>
                    <a:pt x="590930" y="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981575" y="3048000"/>
              <a:ext cx="123825" cy="66675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347350" y="3762375"/>
              <a:ext cx="125797" cy="95250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019675" y="3409950"/>
              <a:ext cx="142875" cy="114300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5181600" y="3276600"/>
              <a:ext cx="57150" cy="295275"/>
            </a:xfrm>
            <a:custGeom>
              <a:avLst/>
              <a:gdLst/>
              <a:ahLst/>
              <a:cxnLst/>
              <a:rect l="l" t="t" r="r" b="b"/>
              <a:pathLst>
                <a:path w="57150" h="295275">
                  <a:moveTo>
                    <a:pt x="32385" y="0"/>
                  </a:moveTo>
                  <a:lnTo>
                    <a:pt x="0" y="15748"/>
                  </a:lnTo>
                  <a:lnTo>
                    <a:pt x="24002" y="295275"/>
                  </a:lnTo>
                  <a:lnTo>
                    <a:pt x="57150" y="279527"/>
                  </a:lnTo>
                  <a:lnTo>
                    <a:pt x="32385" y="0"/>
                  </a:lnTo>
                  <a:close/>
                </a:path>
              </a:pathLst>
            </a:custGeom>
            <a:solidFill>
              <a:srgbClr val="F1A2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267325" y="3324225"/>
              <a:ext cx="133350" cy="114300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5543550" y="2867025"/>
              <a:ext cx="1666875" cy="323850"/>
            </a:xfrm>
            <a:custGeom>
              <a:avLst/>
              <a:gdLst/>
              <a:ahLst/>
              <a:cxnLst/>
              <a:rect l="l" t="t" r="r" b="b"/>
              <a:pathLst>
                <a:path w="1666875" h="323850">
                  <a:moveTo>
                    <a:pt x="549148" y="0"/>
                  </a:moveTo>
                  <a:lnTo>
                    <a:pt x="510591" y="3879"/>
                  </a:lnTo>
                  <a:lnTo>
                    <a:pt x="473868" y="15224"/>
                  </a:lnTo>
                  <a:lnTo>
                    <a:pt x="439955" y="33593"/>
                  </a:lnTo>
                  <a:lnTo>
                    <a:pt x="409828" y="58547"/>
                  </a:lnTo>
                  <a:lnTo>
                    <a:pt x="220599" y="248666"/>
                  </a:lnTo>
                  <a:lnTo>
                    <a:pt x="194435" y="270765"/>
                  </a:lnTo>
                  <a:lnTo>
                    <a:pt x="164734" y="287067"/>
                  </a:lnTo>
                  <a:lnTo>
                    <a:pt x="132391" y="297154"/>
                  </a:lnTo>
                  <a:lnTo>
                    <a:pt x="98298" y="300608"/>
                  </a:lnTo>
                  <a:lnTo>
                    <a:pt x="0" y="300608"/>
                  </a:lnTo>
                  <a:lnTo>
                    <a:pt x="0" y="323850"/>
                  </a:lnTo>
                  <a:lnTo>
                    <a:pt x="98298" y="323850"/>
                  </a:lnTo>
                  <a:lnTo>
                    <a:pt x="137177" y="320087"/>
                  </a:lnTo>
                  <a:lnTo>
                    <a:pt x="173878" y="308991"/>
                  </a:lnTo>
                  <a:lnTo>
                    <a:pt x="207650" y="290845"/>
                  </a:lnTo>
                  <a:lnTo>
                    <a:pt x="237744" y="265938"/>
                  </a:lnTo>
                  <a:lnTo>
                    <a:pt x="426974" y="75183"/>
                  </a:lnTo>
                  <a:lnTo>
                    <a:pt x="453977" y="52701"/>
                  </a:lnTo>
                  <a:lnTo>
                    <a:pt x="484028" y="36671"/>
                  </a:lnTo>
                  <a:lnTo>
                    <a:pt x="516127" y="27070"/>
                  </a:lnTo>
                  <a:lnTo>
                    <a:pt x="549275" y="23875"/>
                  </a:lnTo>
                  <a:lnTo>
                    <a:pt x="582447" y="27070"/>
                  </a:lnTo>
                  <a:lnTo>
                    <a:pt x="614632" y="36671"/>
                  </a:lnTo>
                  <a:lnTo>
                    <a:pt x="644840" y="52701"/>
                  </a:lnTo>
                  <a:lnTo>
                    <a:pt x="672084" y="75183"/>
                  </a:lnTo>
                  <a:lnTo>
                    <a:pt x="772667" y="177292"/>
                  </a:lnTo>
                  <a:lnTo>
                    <a:pt x="802866" y="202199"/>
                  </a:lnTo>
                  <a:lnTo>
                    <a:pt x="836802" y="220344"/>
                  </a:lnTo>
                  <a:lnTo>
                    <a:pt x="873502" y="231441"/>
                  </a:lnTo>
                  <a:lnTo>
                    <a:pt x="911987" y="235204"/>
                  </a:lnTo>
                  <a:lnTo>
                    <a:pt x="950866" y="231441"/>
                  </a:lnTo>
                  <a:lnTo>
                    <a:pt x="987567" y="220344"/>
                  </a:lnTo>
                  <a:lnTo>
                    <a:pt x="1021339" y="202199"/>
                  </a:lnTo>
                  <a:lnTo>
                    <a:pt x="1077964" y="155384"/>
                  </a:lnTo>
                  <a:lnTo>
                    <a:pt x="1107852" y="139382"/>
                  </a:lnTo>
                  <a:lnTo>
                    <a:pt x="1140265" y="129571"/>
                  </a:lnTo>
                  <a:lnTo>
                    <a:pt x="1174369" y="126237"/>
                  </a:lnTo>
                  <a:lnTo>
                    <a:pt x="1208299" y="129571"/>
                  </a:lnTo>
                  <a:lnTo>
                    <a:pt x="1240456" y="139382"/>
                  </a:lnTo>
                  <a:lnTo>
                    <a:pt x="1270113" y="155384"/>
                  </a:lnTo>
                  <a:lnTo>
                    <a:pt x="1296543" y="177292"/>
                  </a:lnTo>
                  <a:lnTo>
                    <a:pt x="1310640" y="191643"/>
                  </a:lnTo>
                  <a:lnTo>
                    <a:pt x="1341554" y="216999"/>
                  </a:lnTo>
                  <a:lnTo>
                    <a:pt x="1375838" y="235140"/>
                  </a:lnTo>
                  <a:lnTo>
                    <a:pt x="1412384" y="246042"/>
                  </a:lnTo>
                  <a:lnTo>
                    <a:pt x="1450085" y="249681"/>
                  </a:lnTo>
                  <a:lnTo>
                    <a:pt x="1487731" y="246042"/>
                  </a:lnTo>
                  <a:lnTo>
                    <a:pt x="1524269" y="235140"/>
                  </a:lnTo>
                  <a:lnTo>
                    <a:pt x="1558545" y="216999"/>
                  </a:lnTo>
                  <a:lnTo>
                    <a:pt x="1589404" y="191643"/>
                  </a:lnTo>
                  <a:lnTo>
                    <a:pt x="1666875" y="113411"/>
                  </a:lnTo>
                  <a:lnTo>
                    <a:pt x="1650492" y="96138"/>
                  </a:lnTo>
                  <a:lnTo>
                    <a:pt x="1573022" y="175006"/>
                  </a:lnTo>
                  <a:lnTo>
                    <a:pt x="1545800" y="197248"/>
                  </a:lnTo>
                  <a:lnTo>
                    <a:pt x="1515649" y="213121"/>
                  </a:lnTo>
                  <a:lnTo>
                    <a:pt x="1483546" y="222636"/>
                  </a:lnTo>
                  <a:lnTo>
                    <a:pt x="1450467" y="225806"/>
                  </a:lnTo>
                  <a:lnTo>
                    <a:pt x="1417367" y="222636"/>
                  </a:lnTo>
                  <a:lnTo>
                    <a:pt x="1385220" y="213121"/>
                  </a:lnTo>
                  <a:lnTo>
                    <a:pt x="1355026" y="197248"/>
                  </a:lnTo>
                  <a:lnTo>
                    <a:pt x="1327784" y="175006"/>
                  </a:lnTo>
                  <a:lnTo>
                    <a:pt x="1313688" y="160019"/>
                  </a:lnTo>
                  <a:lnTo>
                    <a:pt x="1283543" y="135453"/>
                  </a:lnTo>
                  <a:lnTo>
                    <a:pt x="1249600" y="117316"/>
                  </a:lnTo>
                  <a:lnTo>
                    <a:pt x="1212871" y="106084"/>
                  </a:lnTo>
                  <a:lnTo>
                    <a:pt x="1174369" y="102235"/>
                  </a:lnTo>
                  <a:lnTo>
                    <a:pt x="1135489" y="106096"/>
                  </a:lnTo>
                  <a:lnTo>
                    <a:pt x="1098788" y="117411"/>
                  </a:lnTo>
                  <a:lnTo>
                    <a:pt x="1065016" y="135774"/>
                  </a:lnTo>
                  <a:lnTo>
                    <a:pt x="1034923" y="160781"/>
                  </a:lnTo>
                  <a:lnTo>
                    <a:pt x="1007754" y="182951"/>
                  </a:lnTo>
                  <a:lnTo>
                    <a:pt x="977598" y="198786"/>
                  </a:lnTo>
                  <a:lnTo>
                    <a:pt x="945465" y="208287"/>
                  </a:lnTo>
                  <a:lnTo>
                    <a:pt x="912367" y="211455"/>
                  </a:lnTo>
                  <a:lnTo>
                    <a:pt x="879288" y="208287"/>
                  </a:lnTo>
                  <a:lnTo>
                    <a:pt x="847185" y="198786"/>
                  </a:lnTo>
                  <a:lnTo>
                    <a:pt x="817034" y="182951"/>
                  </a:lnTo>
                  <a:lnTo>
                    <a:pt x="789813" y="160781"/>
                  </a:lnTo>
                  <a:lnTo>
                    <a:pt x="688466" y="58547"/>
                  </a:lnTo>
                  <a:lnTo>
                    <a:pt x="658447" y="33593"/>
                  </a:lnTo>
                  <a:lnTo>
                    <a:pt x="624713" y="15224"/>
                  </a:lnTo>
                  <a:lnTo>
                    <a:pt x="588025" y="3879"/>
                  </a:lnTo>
                  <a:lnTo>
                    <a:pt x="549148" y="0"/>
                  </a:lnTo>
                  <a:close/>
                </a:path>
              </a:pathLst>
            </a:custGeom>
            <a:solidFill>
              <a:srgbClr val="F1A2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029325" y="2828925"/>
              <a:ext cx="114300" cy="104775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419850" y="3057525"/>
              <a:ext cx="66675" cy="66675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934200" y="3057525"/>
              <a:ext cx="95250" cy="95250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153275" y="2924175"/>
              <a:ext cx="104775" cy="9525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495925" y="3124200"/>
              <a:ext cx="104775" cy="104775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5857875" y="2590799"/>
              <a:ext cx="1295400" cy="647700"/>
            </a:xfrm>
            <a:custGeom>
              <a:avLst/>
              <a:gdLst/>
              <a:ahLst/>
              <a:cxnLst/>
              <a:rect l="l" t="t" r="r" b="b"/>
              <a:pathLst>
                <a:path w="1295400" h="647700">
                  <a:moveTo>
                    <a:pt x="114300" y="632968"/>
                  </a:moveTo>
                  <a:lnTo>
                    <a:pt x="108966" y="628650"/>
                  </a:lnTo>
                  <a:lnTo>
                    <a:pt x="12065" y="628650"/>
                  </a:lnTo>
                  <a:lnTo>
                    <a:pt x="5334" y="628650"/>
                  </a:lnTo>
                  <a:lnTo>
                    <a:pt x="0" y="632968"/>
                  </a:lnTo>
                  <a:lnTo>
                    <a:pt x="0" y="643382"/>
                  </a:lnTo>
                  <a:lnTo>
                    <a:pt x="5334" y="647700"/>
                  </a:lnTo>
                  <a:lnTo>
                    <a:pt x="108966" y="647700"/>
                  </a:lnTo>
                  <a:lnTo>
                    <a:pt x="114300" y="643382"/>
                  </a:lnTo>
                  <a:lnTo>
                    <a:pt x="114300" y="632968"/>
                  </a:lnTo>
                  <a:close/>
                </a:path>
                <a:path w="1295400" h="647700">
                  <a:moveTo>
                    <a:pt x="209550" y="632968"/>
                  </a:moveTo>
                  <a:lnTo>
                    <a:pt x="204343" y="628650"/>
                  </a:lnTo>
                  <a:lnTo>
                    <a:pt x="173863" y="628650"/>
                  </a:lnTo>
                  <a:lnTo>
                    <a:pt x="167132" y="628650"/>
                  </a:lnTo>
                  <a:lnTo>
                    <a:pt x="161925" y="632968"/>
                  </a:lnTo>
                  <a:lnTo>
                    <a:pt x="161925" y="643382"/>
                  </a:lnTo>
                  <a:lnTo>
                    <a:pt x="167132" y="647700"/>
                  </a:lnTo>
                  <a:lnTo>
                    <a:pt x="204343" y="647700"/>
                  </a:lnTo>
                  <a:lnTo>
                    <a:pt x="209550" y="643382"/>
                  </a:lnTo>
                  <a:lnTo>
                    <a:pt x="209550" y="632968"/>
                  </a:lnTo>
                  <a:close/>
                </a:path>
                <a:path w="1295400" h="647700">
                  <a:moveTo>
                    <a:pt x="1009650" y="4318"/>
                  </a:moveTo>
                  <a:lnTo>
                    <a:pt x="1004443" y="0"/>
                  </a:lnTo>
                  <a:lnTo>
                    <a:pt x="859536" y="0"/>
                  </a:lnTo>
                  <a:lnTo>
                    <a:pt x="852932" y="0"/>
                  </a:lnTo>
                  <a:lnTo>
                    <a:pt x="847725" y="4318"/>
                  </a:lnTo>
                  <a:lnTo>
                    <a:pt x="847725" y="14732"/>
                  </a:lnTo>
                  <a:lnTo>
                    <a:pt x="852932" y="19050"/>
                  </a:lnTo>
                  <a:lnTo>
                    <a:pt x="1004443" y="19050"/>
                  </a:lnTo>
                  <a:lnTo>
                    <a:pt x="1009650" y="14732"/>
                  </a:lnTo>
                  <a:lnTo>
                    <a:pt x="1009650" y="4318"/>
                  </a:lnTo>
                  <a:close/>
                </a:path>
                <a:path w="1295400" h="647700">
                  <a:moveTo>
                    <a:pt x="1143000" y="4318"/>
                  </a:moveTo>
                  <a:lnTo>
                    <a:pt x="1137793" y="0"/>
                  </a:lnTo>
                  <a:lnTo>
                    <a:pt x="1078611" y="0"/>
                  </a:lnTo>
                  <a:lnTo>
                    <a:pt x="1072007" y="0"/>
                  </a:lnTo>
                  <a:lnTo>
                    <a:pt x="1066800" y="4318"/>
                  </a:lnTo>
                  <a:lnTo>
                    <a:pt x="1066800" y="14732"/>
                  </a:lnTo>
                  <a:lnTo>
                    <a:pt x="1072007" y="19050"/>
                  </a:lnTo>
                  <a:lnTo>
                    <a:pt x="1137793" y="19050"/>
                  </a:lnTo>
                  <a:lnTo>
                    <a:pt x="1143000" y="14732"/>
                  </a:lnTo>
                  <a:lnTo>
                    <a:pt x="1143000" y="4318"/>
                  </a:lnTo>
                  <a:close/>
                </a:path>
                <a:path w="1295400" h="647700">
                  <a:moveTo>
                    <a:pt x="1266825" y="70866"/>
                  </a:moveTo>
                  <a:lnTo>
                    <a:pt x="1261745" y="66675"/>
                  </a:lnTo>
                  <a:lnTo>
                    <a:pt x="1097407" y="66675"/>
                  </a:lnTo>
                  <a:lnTo>
                    <a:pt x="1090930" y="66675"/>
                  </a:lnTo>
                  <a:lnTo>
                    <a:pt x="1085850" y="70866"/>
                  </a:lnTo>
                  <a:lnTo>
                    <a:pt x="1085850" y="81534"/>
                  </a:lnTo>
                  <a:lnTo>
                    <a:pt x="1090930" y="85725"/>
                  </a:lnTo>
                  <a:lnTo>
                    <a:pt x="1261745" y="85725"/>
                  </a:lnTo>
                  <a:lnTo>
                    <a:pt x="1266825" y="81534"/>
                  </a:lnTo>
                  <a:lnTo>
                    <a:pt x="1266825" y="70866"/>
                  </a:lnTo>
                  <a:close/>
                </a:path>
                <a:path w="1295400" h="647700">
                  <a:moveTo>
                    <a:pt x="1295400" y="4318"/>
                  </a:moveTo>
                  <a:lnTo>
                    <a:pt x="1290828" y="0"/>
                  </a:lnTo>
                  <a:lnTo>
                    <a:pt x="1258062" y="0"/>
                  </a:lnTo>
                  <a:lnTo>
                    <a:pt x="1252347" y="0"/>
                  </a:lnTo>
                  <a:lnTo>
                    <a:pt x="1247775" y="4318"/>
                  </a:lnTo>
                  <a:lnTo>
                    <a:pt x="1247775" y="14732"/>
                  </a:lnTo>
                  <a:lnTo>
                    <a:pt x="1252347" y="19050"/>
                  </a:lnTo>
                  <a:lnTo>
                    <a:pt x="1290828" y="19050"/>
                  </a:lnTo>
                  <a:lnTo>
                    <a:pt x="1295400" y="14732"/>
                  </a:lnTo>
                  <a:lnTo>
                    <a:pt x="1295400" y="4318"/>
                  </a:lnTo>
                  <a:close/>
                </a:path>
              </a:pathLst>
            </a:custGeom>
            <a:solidFill>
              <a:srgbClr val="F1A2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6581775" y="3219450"/>
              <a:ext cx="133350" cy="19050"/>
            </a:xfrm>
            <a:custGeom>
              <a:avLst/>
              <a:gdLst/>
              <a:ahLst/>
              <a:cxnLst/>
              <a:rect l="l" t="t" r="r" b="b"/>
              <a:pathLst>
                <a:path w="133350" h="19050">
                  <a:moveTo>
                    <a:pt x="127889" y="0"/>
                  </a:moveTo>
                  <a:lnTo>
                    <a:pt x="11556" y="0"/>
                  </a:lnTo>
                  <a:lnTo>
                    <a:pt x="5460" y="0"/>
                  </a:lnTo>
                  <a:lnTo>
                    <a:pt x="0" y="4318"/>
                  </a:lnTo>
                  <a:lnTo>
                    <a:pt x="0" y="14731"/>
                  </a:lnTo>
                  <a:lnTo>
                    <a:pt x="5460" y="19050"/>
                  </a:lnTo>
                  <a:lnTo>
                    <a:pt x="127889" y="19050"/>
                  </a:lnTo>
                  <a:lnTo>
                    <a:pt x="133350" y="14731"/>
                  </a:lnTo>
                  <a:lnTo>
                    <a:pt x="133350" y="4318"/>
                  </a:lnTo>
                  <a:lnTo>
                    <a:pt x="127889" y="0"/>
                  </a:lnTo>
                  <a:close/>
                </a:path>
              </a:pathLst>
            </a:custGeom>
            <a:solidFill>
              <a:srgbClr val="2F46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762750" y="3219450"/>
              <a:ext cx="47625" cy="19050"/>
            </a:xfrm>
            <a:custGeom>
              <a:avLst/>
              <a:gdLst/>
              <a:ahLst/>
              <a:cxnLst/>
              <a:rect l="l" t="t" r="r" b="b"/>
              <a:pathLst>
                <a:path w="47625" h="19050">
                  <a:moveTo>
                    <a:pt x="43052" y="0"/>
                  </a:moveTo>
                  <a:lnTo>
                    <a:pt x="10286" y="0"/>
                  </a:lnTo>
                  <a:lnTo>
                    <a:pt x="4572" y="0"/>
                  </a:lnTo>
                  <a:lnTo>
                    <a:pt x="0" y="4318"/>
                  </a:lnTo>
                  <a:lnTo>
                    <a:pt x="0" y="14731"/>
                  </a:lnTo>
                  <a:lnTo>
                    <a:pt x="4572" y="19050"/>
                  </a:lnTo>
                  <a:lnTo>
                    <a:pt x="43052" y="19050"/>
                  </a:lnTo>
                  <a:lnTo>
                    <a:pt x="47625" y="14731"/>
                  </a:lnTo>
                  <a:lnTo>
                    <a:pt x="47625" y="4318"/>
                  </a:lnTo>
                  <a:lnTo>
                    <a:pt x="430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972300" y="3219450"/>
              <a:ext cx="66675" cy="19050"/>
            </a:xfrm>
            <a:custGeom>
              <a:avLst/>
              <a:gdLst/>
              <a:ahLst/>
              <a:cxnLst/>
              <a:rect l="l" t="t" r="r" b="b"/>
              <a:pathLst>
                <a:path w="66675" h="19050">
                  <a:moveTo>
                    <a:pt x="61595" y="0"/>
                  </a:moveTo>
                  <a:lnTo>
                    <a:pt x="11429" y="0"/>
                  </a:lnTo>
                  <a:lnTo>
                    <a:pt x="5079" y="0"/>
                  </a:lnTo>
                  <a:lnTo>
                    <a:pt x="0" y="4318"/>
                  </a:lnTo>
                  <a:lnTo>
                    <a:pt x="0" y="14731"/>
                  </a:lnTo>
                  <a:lnTo>
                    <a:pt x="5079" y="19050"/>
                  </a:lnTo>
                  <a:lnTo>
                    <a:pt x="61595" y="19050"/>
                  </a:lnTo>
                  <a:lnTo>
                    <a:pt x="66675" y="14731"/>
                  </a:lnTo>
                  <a:lnTo>
                    <a:pt x="66675" y="4318"/>
                  </a:lnTo>
                  <a:lnTo>
                    <a:pt x="61595" y="0"/>
                  </a:lnTo>
                  <a:close/>
                </a:path>
              </a:pathLst>
            </a:custGeom>
            <a:solidFill>
              <a:srgbClr val="2F46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572125" y="2581274"/>
              <a:ext cx="238125" cy="19050"/>
            </a:xfrm>
            <a:custGeom>
              <a:avLst/>
              <a:gdLst/>
              <a:ahLst/>
              <a:cxnLst/>
              <a:rect l="l" t="t" r="r" b="b"/>
              <a:pathLst>
                <a:path w="238125" h="19050">
                  <a:moveTo>
                    <a:pt x="133350" y="14859"/>
                  </a:moveTo>
                  <a:lnTo>
                    <a:pt x="132588" y="9525"/>
                  </a:lnTo>
                  <a:lnTo>
                    <a:pt x="132588" y="4191"/>
                  </a:lnTo>
                  <a:lnTo>
                    <a:pt x="127254" y="0"/>
                  </a:lnTo>
                  <a:lnTo>
                    <a:pt x="12065" y="0"/>
                  </a:lnTo>
                  <a:lnTo>
                    <a:pt x="5334" y="0"/>
                  </a:lnTo>
                  <a:lnTo>
                    <a:pt x="0" y="4826"/>
                  </a:lnTo>
                  <a:lnTo>
                    <a:pt x="0" y="14859"/>
                  </a:lnTo>
                  <a:lnTo>
                    <a:pt x="5334" y="19050"/>
                  </a:lnTo>
                  <a:lnTo>
                    <a:pt x="127254" y="19050"/>
                  </a:lnTo>
                  <a:lnTo>
                    <a:pt x="133350" y="14859"/>
                  </a:lnTo>
                  <a:close/>
                </a:path>
                <a:path w="238125" h="19050">
                  <a:moveTo>
                    <a:pt x="238125" y="4191"/>
                  </a:moveTo>
                  <a:lnTo>
                    <a:pt x="232664" y="0"/>
                  </a:lnTo>
                  <a:lnTo>
                    <a:pt x="183896" y="0"/>
                  </a:lnTo>
                  <a:lnTo>
                    <a:pt x="176911" y="0"/>
                  </a:lnTo>
                  <a:lnTo>
                    <a:pt x="171450" y="4826"/>
                  </a:lnTo>
                  <a:lnTo>
                    <a:pt x="171450" y="14859"/>
                  </a:lnTo>
                  <a:lnTo>
                    <a:pt x="176911" y="19050"/>
                  </a:lnTo>
                  <a:lnTo>
                    <a:pt x="232664" y="19050"/>
                  </a:lnTo>
                  <a:lnTo>
                    <a:pt x="238125" y="14859"/>
                  </a:lnTo>
                  <a:lnTo>
                    <a:pt x="238125" y="4191"/>
                  </a:lnTo>
                  <a:close/>
                </a:path>
              </a:pathLst>
            </a:custGeom>
            <a:solidFill>
              <a:srgbClr val="F1A2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695825" y="2295524"/>
              <a:ext cx="466725" cy="695325"/>
            </a:xfrm>
            <a:custGeom>
              <a:avLst/>
              <a:gdLst/>
              <a:ahLst/>
              <a:cxnLst/>
              <a:rect l="l" t="t" r="r" b="b"/>
              <a:pathLst>
                <a:path w="466725" h="695325">
                  <a:moveTo>
                    <a:pt x="466725" y="442341"/>
                  </a:moveTo>
                  <a:lnTo>
                    <a:pt x="222783" y="206590"/>
                  </a:lnTo>
                  <a:lnTo>
                    <a:pt x="246989" y="172326"/>
                  </a:lnTo>
                  <a:lnTo>
                    <a:pt x="257175" y="124206"/>
                  </a:lnTo>
                  <a:lnTo>
                    <a:pt x="248793" y="84531"/>
                  </a:lnTo>
                  <a:lnTo>
                    <a:pt x="248793" y="124206"/>
                  </a:lnTo>
                  <a:lnTo>
                    <a:pt x="239280" y="169303"/>
                  </a:lnTo>
                  <a:lnTo>
                    <a:pt x="217017" y="201015"/>
                  </a:lnTo>
                  <a:lnTo>
                    <a:pt x="216408" y="200406"/>
                  </a:lnTo>
                  <a:lnTo>
                    <a:pt x="215265" y="200025"/>
                  </a:lnTo>
                  <a:lnTo>
                    <a:pt x="214122" y="200025"/>
                  </a:lnTo>
                  <a:lnTo>
                    <a:pt x="212979" y="200025"/>
                  </a:lnTo>
                  <a:lnTo>
                    <a:pt x="211836" y="200406"/>
                  </a:lnTo>
                  <a:lnTo>
                    <a:pt x="209550" y="202565"/>
                  </a:lnTo>
                  <a:lnTo>
                    <a:pt x="209550" y="205613"/>
                  </a:lnTo>
                  <a:lnTo>
                    <a:pt x="211455" y="207454"/>
                  </a:lnTo>
                  <a:lnTo>
                    <a:pt x="175006" y="231140"/>
                  </a:lnTo>
                  <a:lnTo>
                    <a:pt x="128143" y="240284"/>
                  </a:lnTo>
                  <a:lnTo>
                    <a:pt x="81343" y="231140"/>
                  </a:lnTo>
                  <a:lnTo>
                    <a:pt x="43014" y="206209"/>
                  </a:lnTo>
                  <a:lnTo>
                    <a:pt x="17119" y="169303"/>
                  </a:lnTo>
                  <a:lnTo>
                    <a:pt x="7620" y="124206"/>
                  </a:lnTo>
                  <a:lnTo>
                    <a:pt x="17119" y="78689"/>
                  </a:lnTo>
                  <a:lnTo>
                    <a:pt x="43014" y="41554"/>
                  </a:lnTo>
                  <a:lnTo>
                    <a:pt x="81343" y="16535"/>
                  </a:lnTo>
                  <a:lnTo>
                    <a:pt x="128143" y="7366"/>
                  </a:lnTo>
                  <a:lnTo>
                    <a:pt x="175006" y="16535"/>
                  </a:lnTo>
                  <a:lnTo>
                    <a:pt x="213372" y="41554"/>
                  </a:lnTo>
                  <a:lnTo>
                    <a:pt x="239280" y="78689"/>
                  </a:lnTo>
                  <a:lnTo>
                    <a:pt x="248793" y="124206"/>
                  </a:lnTo>
                  <a:lnTo>
                    <a:pt x="248793" y="84531"/>
                  </a:lnTo>
                  <a:lnTo>
                    <a:pt x="219278" y="36487"/>
                  </a:lnTo>
                  <a:lnTo>
                    <a:pt x="178244" y="9804"/>
                  </a:lnTo>
                  <a:lnTo>
                    <a:pt x="128143" y="0"/>
                  </a:lnTo>
                  <a:lnTo>
                    <a:pt x="78219" y="9804"/>
                  </a:lnTo>
                  <a:lnTo>
                    <a:pt x="37490" y="36487"/>
                  </a:lnTo>
                  <a:lnTo>
                    <a:pt x="10045" y="75984"/>
                  </a:lnTo>
                  <a:lnTo>
                    <a:pt x="0" y="124206"/>
                  </a:lnTo>
                  <a:lnTo>
                    <a:pt x="10045" y="172326"/>
                  </a:lnTo>
                  <a:lnTo>
                    <a:pt x="37490" y="211556"/>
                  </a:lnTo>
                  <a:lnTo>
                    <a:pt x="78219" y="237972"/>
                  </a:lnTo>
                  <a:lnTo>
                    <a:pt x="128143" y="247650"/>
                  </a:lnTo>
                  <a:lnTo>
                    <a:pt x="166268" y="240284"/>
                  </a:lnTo>
                  <a:lnTo>
                    <a:pt x="178244" y="237972"/>
                  </a:lnTo>
                  <a:lnTo>
                    <a:pt x="217144" y="212940"/>
                  </a:lnTo>
                  <a:lnTo>
                    <a:pt x="458343" y="445262"/>
                  </a:lnTo>
                  <a:lnTo>
                    <a:pt x="458343" y="693166"/>
                  </a:lnTo>
                  <a:lnTo>
                    <a:pt x="460629" y="695325"/>
                  </a:lnTo>
                  <a:lnTo>
                    <a:pt x="464439" y="695325"/>
                  </a:lnTo>
                  <a:lnTo>
                    <a:pt x="466725" y="693166"/>
                  </a:lnTo>
                  <a:lnTo>
                    <a:pt x="466725" y="442341"/>
                  </a:lnTo>
                  <a:close/>
                </a:path>
              </a:pathLst>
            </a:custGeom>
            <a:solidFill>
              <a:srgbClr val="C4C4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8" name="object 5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733385" y="2324100"/>
              <a:ext cx="182054" cy="180975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5600700" y="2209800"/>
              <a:ext cx="9525" cy="276225"/>
            </a:xfrm>
            <a:custGeom>
              <a:avLst/>
              <a:gdLst/>
              <a:ahLst/>
              <a:cxnLst/>
              <a:rect l="l" t="t" r="r" b="b"/>
              <a:pathLst>
                <a:path w="9525" h="276225">
                  <a:moveTo>
                    <a:pt x="6858" y="0"/>
                  </a:moveTo>
                  <a:lnTo>
                    <a:pt x="5207" y="0"/>
                  </a:lnTo>
                  <a:lnTo>
                    <a:pt x="2666" y="0"/>
                  </a:lnTo>
                  <a:lnTo>
                    <a:pt x="0" y="1524"/>
                  </a:lnTo>
                  <a:lnTo>
                    <a:pt x="0" y="274700"/>
                  </a:lnTo>
                  <a:lnTo>
                    <a:pt x="2666" y="276225"/>
                  </a:lnTo>
                  <a:lnTo>
                    <a:pt x="6858" y="276225"/>
                  </a:lnTo>
                  <a:lnTo>
                    <a:pt x="9525" y="274700"/>
                  </a:lnTo>
                  <a:lnTo>
                    <a:pt x="9525" y="1524"/>
                  </a:lnTo>
                  <a:lnTo>
                    <a:pt x="6858" y="0"/>
                  </a:lnTo>
                  <a:close/>
                </a:path>
              </a:pathLst>
            </a:custGeom>
            <a:solidFill>
              <a:srgbClr val="2128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562475" y="2924175"/>
              <a:ext cx="400050" cy="628650"/>
            </a:xfrm>
            <a:custGeom>
              <a:avLst/>
              <a:gdLst/>
              <a:ahLst/>
              <a:cxnLst/>
              <a:rect l="l" t="t" r="r" b="b"/>
              <a:pathLst>
                <a:path w="400050" h="628650">
                  <a:moveTo>
                    <a:pt x="5969" y="0"/>
                  </a:moveTo>
                  <a:lnTo>
                    <a:pt x="3810" y="0"/>
                  </a:lnTo>
                  <a:lnTo>
                    <a:pt x="1524" y="0"/>
                  </a:lnTo>
                  <a:lnTo>
                    <a:pt x="0" y="1524"/>
                  </a:lnTo>
                  <a:lnTo>
                    <a:pt x="0" y="389127"/>
                  </a:lnTo>
                  <a:lnTo>
                    <a:pt x="238887" y="627888"/>
                  </a:lnTo>
                  <a:lnTo>
                    <a:pt x="240284" y="628650"/>
                  </a:lnTo>
                  <a:lnTo>
                    <a:pt x="398525" y="628650"/>
                  </a:lnTo>
                  <a:lnTo>
                    <a:pt x="400050" y="626363"/>
                  </a:lnTo>
                  <a:lnTo>
                    <a:pt x="400050" y="621919"/>
                  </a:lnTo>
                  <a:lnTo>
                    <a:pt x="397763" y="620394"/>
                  </a:lnTo>
                  <a:lnTo>
                    <a:pt x="242570" y="620394"/>
                  </a:lnTo>
                  <a:lnTo>
                    <a:pt x="8254" y="386080"/>
                  </a:lnTo>
                  <a:lnTo>
                    <a:pt x="8254" y="1524"/>
                  </a:lnTo>
                  <a:lnTo>
                    <a:pt x="5969" y="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7677150" y="1924050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7747" y="0"/>
                  </a:moveTo>
                  <a:lnTo>
                    <a:pt x="5206" y="0"/>
                  </a:lnTo>
                  <a:lnTo>
                    <a:pt x="2667" y="0"/>
                  </a:lnTo>
                  <a:lnTo>
                    <a:pt x="0" y="2158"/>
                  </a:lnTo>
                  <a:lnTo>
                    <a:pt x="0" y="226441"/>
                  </a:lnTo>
                  <a:lnTo>
                    <a:pt x="2667" y="228600"/>
                  </a:lnTo>
                  <a:lnTo>
                    <a:pt x="7747" y="228600"/>
                  </a:lnTo>
                  <a:lnTo>
                    <a:pt x="9525" y="226441"/>
                  </a:lnTo>
                  <a:lnTo>
                    <a:pt x="9525" y="2158"/>
                  </a:lnTo>
                  <a:lnTo>
                    <a:pt x="7747" y="0"/>
                  </a:lnTo>
                  <a:close/>
                </a:path>
              </a:pathLst>
            </a:custGeom>
            <a:solidFill>
              <a:srgbClr val="2128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2" name="object 6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057900" y="2124075"/>
              <a:ext cx="228600" cy="228600"/>
            </a:xfrm>
            <a:prstGeom prst="rect">
              <a:avLst/>
            </a:prstGeom>
          </p:spPr>
        </p:pic>
      </p:grpSp>
      <p:sp>
        <p:nvSpPr>
          <p:cNvPr id="63" name="object 63"/>
          <p:cNvSpPr/>
          <p:nvPr/>
        </p:nvSpPr>
        <p:spPr>
          <a:xfrm>
            <a:off x="6010275" y="1381125"/>
            <a:ext cx="409575" cy="409575"/>
          </a:xfrm>
          <a:custGeom>
            <a:avLst/>
            <a:gdLst/>
            <a:ahLst/>
            <a:cxnLst/>
            <a:rect l="l" t="t" r="r" b="b"/>
            <a:pathLst>
              <a:path w="409575" h="409575">
                <a:moveTo>
                  <a:pt x="204724" y="0"/>
                </a:moveTo>
                <a:lnTo>
                  <a:pt x="158033" y="5409"/>
                </a:lnTo>
                <a:lnTo>
                  <a:pt x="115040" y="20817"/>
                </a:lnTo>
                <a:lnTo>
                  <a:pt x="77014" y="44996"/>
                </a:lnTo>
                <a:lnTo>
                  <a:pt x="45226" y="76718"/>
                </a:lnTo>
                <a:lnTo>
                  <a:pt x="20947" y="114753"/>
                </a:lnTo>
                <a:lnTo>
                  <a:pt x="5448" y="157873"/>
                </a:lnTo>
                <a:lnTo>
                  <a:pt x="0" y="204850"/>
                </a:lnTo>
                <a:lnTo>
                  <a:pt x="5327" y="250736"/>
                </a:lnTo>
                <a:lnTo>
                  <a:pt x="5448" y="251781"/>
                </a:lnTo>
                <a:lnTo>
                  <a:pt x="20828" y="294534"/>
                </a:lnTo>
                <a:lnTo>
                  <a:pt x="20947" y="294867"/>
                </a:lnTo>
                <a:lnTo>
                  <a:pt x="45226" y="332880"/>
                </a:lnTo>
                <a:lnTo>
                  <a:pt x="77014" y="364588"/>
                </a:lnTo>
                <a:lnTo>
                  <a:pt x="115040" y="388760"/>
                </a:lnTo>
                <a:lnTo>
                  <a:pt x="158033" y="404166"/>
                </a:lnTo>
                <a:lnTo>
                  <a:pt x="204724" y="409575"/>
                </a:lnTo>
                <a:lnTo>
                  <a:pt x="251356" y="404166"/>
                </a:lnTo>
                <a:lnTo>
                  <a:pt x="251589" y="404166"/>
                </a:lnTo>
                <a:lnTo>
                  <a:pt x="294821" y="388627"/>
                </a:lnTo>
                <a:lnTo>
                  <a:pt x="311743" y="377825"/>
                </a:lnTo>
                <a:lnTo>
                  <a:pt x="204724" y="377825"/>
                </a:lnTo>
                <a:lnTo>
                  <a:pt x="158838" y="371626"/>
                </a:lnTo>
                <a:lnTo>
                  <a:pt x="117545" y="354146"/>
                </a:lnTo>
                <a:lnTo>
                  <a:pt x="82518" y="327056"/>
                </a:lnTo>
                <a:lnTo>
                  <a:pt x="55428" y="292029"/>
                </a:lnTo>
                <a:lnTo>
                  <a:pt x="37948" y="250736"/>
                </a:lnTo>
                <a:lnTo>
                  <a:pt x="31750" y="204850"/>
                </a:lnTo>
                <a:lnTo>
                  <a:pt x="37948" y="158911"/>
                </a:lnTo>
                <a:lnTo>
                  <a:pt x="55428" y="117583"/>
                </a:lnTo>
                <a:lnTo>
                  <a:pt x="82518" y="82534"/>
                </a:lnTo>
                <a:lnTo>
                  <a:pt x="117545" y="55433"/>
                </a:lnTo>
                <a:lnTo>
                  <a:pt x="158838" y="37948"/>
                </a:lnTo>
                <a:lnTo>
                  <a:pt x="204724" y="31750"/>
                </a:lnTo>
                <a:lnTo>
                  <a:pt x="312018" y="31750"/>
                </a:lnTo>
                <a:lnTo>
                  <a:pt x="294821" y="20817"/>
                </a:lnTo>
                <a:lnTo>
                  <a:pt x="251701" y="5409"/>
                </a:lnTo>
                <a:lnTo>
                  <a:pt x="204724" y="0"/>
                </a:lnTo>
                <a:close/>
              </a:path>
              <a:path w="409575" h="409575">
                <a:moveTo>
                  <a:pt x="312018" y="31750"/>
                </a:moveTo>
                <a:lnTo>
                  <a:pt x="204724" y="31750"/>
                </a:lnTo>
                <a:lnTo>
                  <a:pt x="250663" y="37948"/>
                </a:lnTo>
                <a:lnTo>
                  <a:pt x="291991" y="55433"/>
                </a:lnTo>
                <a:lnTo>
                  <a:pt x="327040" y="82534"/>
                </a:lnTo>
                <a:lnTo>
                  <a:pt x="354141" y="117583"/>
                </a:lnTo>
                <a:lnTo>
                  <a:pt x="371626" y="158911"/>
                </a:lnTo>
                <a:lnTo>
                  <a:pt x="377825" y="204850"/>
                </a:lnTo>
                <a:lnTo>
                  <a:pt x="371626" y="250736"/>
                </a:lnTo>
                <a:lnTo>
                  <a:pt x="354141" y="292029"/>
                </a:lnTo>
                <a:lnTo>
                  <a:pt x="327040" y="327056"/>
                </a:lnTo>
                <a:lnTo>
                  <a:pt x="291991" y="354146"/>
                </a:lnTo>
                <a:lnTo>
                  <a:pt x="250663" y="371626"/>
                </a:lnTo>
                <a:lnTo>
                  <a:pt x="204724" y="377825"/>
                </a:lnTo>
                <a:lnTo>
                  <a:pt x="311743" y="377825"/>
                </a:lnTo>
                <a:lnTo>
                  <a:pt x="332856" y="364348"/>
                </a:lnTo>
                <a:lnTo>
                  <a:pt x="364578" y="332560"/>
                </a:lnTo>
                <a:lnTo>
                  <a:pt x="388757" y="294534"/>
                </a:lnTo>
                <a:lnTo>
                  <a:pt x="404079" y="251781"/>
                </a:lnTo>
                <a:lnTo>
                  <a:pt x="404165" y="251541"/>
                </a:lnTo>
                <a:lnTo>
                  <a:pt x="409575" y="204850"/>
                </a:lnTo>
                <a:lnTo>
                  <a:pt x="404285" y="158911"/>
                </a:lnTo>
                <a:lnTo>
                  <a:pt x="404165" y="157873"/>
                </a:lnTo>
                <a:lnTo>
                  <a:pt x="388757" y="114753"/>
                </a:lnTo>
                <a:lnTo>
                  <a:pt x="364578" y="76718"/>
                </a:lnTo>
                <a:lnTo>
                  <a:pt x="332856" y="44996"/>
                </a:lnTo>
                <a:lnTo>
                  <a:pt x="312018" y="31750"/>
                </a:lnTo>
                <a:close/>
              </a:path>
            </a:pathLst>
          </a:custGeom>
          <a:solidFill>
            <a:srgbClr val="C4C4C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4" name="object 64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5210175" y="2409825"/>
            <a:ext cx="161925" cy="161925"/>
          </a:xfrm>
          <a:prstGeom prst="rect">
            <a:avLst/>
          </a:prstGeom>
        </p:spPr>
      </p:pic>
      <p:pic>
        <p:nvPicPr>
          <p:cNvPr id="65" name="object 65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6838950" y="1590675"/>
            <a:ext cx="238125" cy="238125"/>
          </a:xfrm>
          <a:prstGeom prst="rect">
            <a:avLst/>
          </a:prstGeom>
        </p:spPr>
      </p:pic>
      <p:pic>
        <p:nvPicPr>
          <p:cNvPr id="66" name="object 66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7934325" y="1181100"/>
            <a:ext cx="238125" cy="238125"/>
          </a:xfrm>
          <a:prstGeom prst="rect">
            <a:avLst/>
          </a:prstGeom>
        </p:spPr>
      </p:pic>
      <p:sp>
        <p:nvSpPr>
          <p:cNvPr id="67" name="object 67"/>
          <p:cNvSpPr/>
          <p:nvPr/>
        </p:nvSpPr>
        <p:spPr>
          <a:xfrm>
            <a:off x="8334375" y="2933700"/>
            <a:ext cx="361950" cy="371475"/>
          </a:xfrm>
          <a:custGeom>
            <a:avLst/>
            <a:gdLst/>
            <a:ahLst/>
            <a:cxnLst/>
            <a:rect l="l" t="t" r="r" b="b"/>
            <a:pathLst>
              <a:path w="361950" h="371475">
                <a:moveTo>
                  <a:pt x="180975" y="0"/>
                </a:moveTo>
                <a:lnTo>
                  <a:pt x="132997" y="6663"/>
                </a:lnTo>
                <a:lnTo>
                  <a:pt x="89803" y="25451"/>
                </a:lnTo>
                <a:lnTo>
                  <a:pt x="53149" y="54562"/>
                </a:lnTo>
                <a:lnTo>
                  <a:pt x="24793" y="92192"/>
                </a:lnTo>
                <a:lnTo>
                  <a:pt x="6491" y="136539"/>
                </a:lnTo>
                <a:lnTo>
                  <a:pt x="0" y="185800"/>
                </a:lnTo>
                <a:lnTo>
                  <a:pt x="6491" y="235273"/>
                </a:lnTo>
                <a:lnTo>
                  <a:pt x="24793" y="279658"/>
                </a:lnTo>
                <a:lnTo>
                  <a:pt x="53149" y="317214"/>
                </a:lnTo>
                <a:lnTo>
                  <a:pt x="89803" y="346197"/>
                </a:lnTo>
                <a:lnTo>
                  <a:pt x="132997" y="364865"/>
                </a:lnTo>
                <a:lnTo>
                  <a:pt x="180975" y="371475"/>
                </a:lnTo>
                <a:lnTo>
                  <a:pt x="229217" y="364865"/>
                </a:lnTo>
                <a:lnTo>
                  <a:pt x="267470" y="348361"/>
                </a:lnTo>
                <a:lnTo>
                  <a:pt x="180975" y="348361"/>
                </a:lnTo>
                <a:lnTo>
                  <a:pt x="131067" y="340037"/>
                </a:lnTo>
                <a:lnTo>
                  <a:pt x="87761" y="316889"/>
                </a:lnTo>
                <a:lnTo>
                  <a:pt x="53635" y="281646"/>
                </a:lnTo>
                <a:lnTo>
                  <a:pt x="31269" y="237039"/>
                </a:lnTo>
                <a:lnTo>
                  <a:pt x="23241" y="185800"/>
                </a:lnTo>
                <a:lnTo>
                  <a:pt x="31269" y="134871"/>
                </a:lnTo>
                <a:lnTo>
                  <a:pt x="53635" y="90453"/>
                </a:lnTo>
                <a:lnTo>
                  <a:pt x="87761" y="55306"/>
                </a:lnTo>
                <a:lnTo>
                  <a:pt x="131067" y="32193"/>
                </a:lnTo>
                <a:lnTo>
                  <a:pt x="180975" y="23875"/>
                </a:lnTo>
                <a:lnTo>
                  <a:pt x="268524" y="23875"/>
                </a:lnTo>
                <a:lnTo>
                  <a:pt x="228952" y="6663"/>
                </a:lnTo>
                <a:lnTo>
                  <a:pt x="180975" y="0"/>
                </a:lnTo>
                <a:close/>
              </a:path>
              <a:path w="361950" h="371475">
                <a:moveTo>
                  <a:pt x="268524" y="23875"/>
                </a:moveTo>
                <a:lnTo>
                  <a:pt x="180975" y="23875"/>
                </a:lnTo>
                <a:lnTo>
                  <a:pt x="230962" y="32193"/>
                </a:lnTo>
                <a:lnTo>
                  <a:pt x="274457" y="55306"/>
                </a:lnTo>
                <a:lnTo>
                  <a:pt x="308808" y="90453"/>
                </a:lnTo>
                <a:lnTo>
                  <a:pt x="331363" y="134871"/>
                </a:lnTo>
                <a:lnTo>
                  <a:pt x="339471" y="185800"/>
                </a:lnTo>
                <a:lnTo>
                  <a:pt x="331363" y="237039"/>
                </a:lnTo>
                <a:lnTo>
                  <a:pt x="308808" y="281646"/>
                </a:lnTo>
                <a:lnTo>
                  <a:pt x="274457" y="316889"/>
                </a:lnTo>
                <a:lnTo>
                  <a:pt x="230962" y="340037"/>
                </a:lnTo>
                <a:lnTo>
                  <a:pt x="180975" y="348361"/>
                </a:lnTo>
                <a:lnTo>
                  <a:pt x="267470" y="348361"/>
                </a:lnTo>
                <a:lnTo>
                  <a:pt x="309086" y="317214"/>
                </a:lnTo>
                <a:lnTo>
                  <a:pt x="337326" y="279658"/>
                </a:lnTo>
                <a:lnTo>
                  <a:pt x="355511" y="235273"/>
                </a:lnTo>
                <a:lnTo>
                  <a:pt x="361950" y="185800"/>
                </a:lnTo>
                <a:lnTo>
                  <a:pt x="355458" y="136539"/>
                </a:lnTo>
                <a:lnTo>
                  <a:pt x="337156" y="92192"/>
                </a:lnTo>
                <a:lnTo>
                  <a:pt x="308800" y="54562"/>
                </a:lnTo>
                <a:lnTo>
                  <a:pt x="272146" y="25451"/>
                </a:lnTo>
                <a:lnTo>
                  <a:pt x="268524" y="23875"/>
                </a:lnTo>
                <a:close/>
              </a:path>
            </a:pathLst>
          </a:custGeom>
          <a:solidFill>
            <a:srgbClr val="21283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8" name="object 68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8372475" y="1847850"/>
            <a:ext cx="161925" cy="161925"/>
          </a:xfrm>
          <a:prstGeom prst="rect">
            <a:avLst/>
          </a:prstGeom>
        </p:spPr>
      </p:pic>
      <p:pic>
        <p:nvPicPr>
          <p:cNvPr id="69" name="object 69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6553200" y="1914525"/>
            <a:ext cx="85725" cy="85725"/>
          </a:xfrm>
          <a:prstGeom prst="rect">
            <a:avLst/>
          </a:prstGeom>
        </p:spPr>
      </p:pic>
      <p:pic>
        <p:nvPicPr>
          <p:cNvPr id="70" name="object 70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5514975" y="1781175"/>
            <a:ext cx="142875" cy="142875"/>
          </a:xfrm>
          <a:prstGeom prst="rect">
            <a:avLst/>
          </a:prstGeom>
        </p:spPr>
      </p:pic>
      <p:pic>
        <p:nvPicPr>
          <p:cNvPr id="71" name="object 71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6610350" y="1143000"/>
            <a:ext cx="142875" cy="142875"/>
          </a:xfrm>
          <a:prstGeom prst="rect">
            <a:avLst/>
          </a:prstGeom>
        </p:spPr>
      </p:pic>
      <p:pic>
        <p:nvPicPr>
          <p:cNvPr id="72" name="object 72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4638675" y="3648075"/>
            <a:ext cx="190500" cy="180975"/>
          </a:xfrm>
          <a:prstGeom prst="rect">
            <a:avLst/>
          </a:prstGeom>
        </p:spPr>
      </p:pic>
      <p:sp>
        <p:nvSpPr>
          <p:cNvPr id="73" name="object 73"/>
          <p:cNvSpPr txBox="1">
            <a:spLocks noGrp="1"/>
          </p:cNvSpPr>
          <p:nvPr>
            <p:ph type="title"/>
          </p:nvPr>
        </p:nvSpPr>
        <p:spPr>
          <a:xfrm>
            <a:off x="536575" y="627633"/>
            <a:ext cx="3919220" cy="1554272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>
              <a:lnSpc>
                <a:spcPct val="100200"/>
              </a:lnSpc>
              <a:spcBef>
                <a:spcPts val="120"/>
              </a:spcBef>
            </a:pPr>
            <a:r>
              <a:rPr sz="5000" spc="-430" dirty="0"/>
              <a:t>Truck</a:t>
            </a:r>
            <a:r>
              <a:rPr lang="en-US" sz="5000" spc="-430" dirty="0"/>
              <a:t>-Fleet</a:t>
            </a:r>
            <a:r>
              <a:rPr sz="5000" spc="-430" dirty="0"/>
              <a:t> </a:t>
            </a:r>
            <a:r>
              <a:rPr lang="en-US" sz="5000" spc="-380" dirty="0"/>
              <a:t>Risk</a:t>
            </a:r>
            <a:r>
              <a:rPr sz="5000" spc="-380" dirty="0"/>
              <a:t> </a:t>
            </a:r>
            <a:r>
              <a:rPr sz="5000" spc="-345" dirty="0"/>
              <a:t>Analy</a:t>
            </a:r>
            <a:r>
              <a:rPr lang="en-US" sz="5000" spc="-345" dirty="0"/>
              <a:t>sis</a:t>
            </a:r>
            <a:endParaRPr sz="5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70253" y="1181036"/>
            <a:ext cx="171513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Trebuchet MS"/>
                <a:cs typeface="Trebuchet MS"/>
              </a:rPr>
              <a:t>Problem</a:t>
            </a:r>
            <a:r>
              <a:rPr sz="1500" spc="80" dirty="0">
                <a:latin typeface="Trebuchet MS"/>
                <a:cs typeface="Trebuchet MS"/>
              </a:rPr>
              <a:t> </a:t>
            </a:r>
            <a:r>
              <a:rPr sz="1500" spc="-10" dirty="0">
                <a:latin typeface="Trebuchet MS"/>
                <a:cs typeface="Trebuchet MS"/>
              </a:rPr>
              <a:t>Statement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70253" y="2338006"/>
            <a:ext cx="114554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Trebuchet MS"/>
                <a:cs typeface="Trebuchet MS"/>
              </a:rPr>
              <a:t>Process</a:t>
            </a:r>
            <a:r>
              <a:rPr sz="1500" spc="210" dirty="0">
                <a:latin typeface="Trebuchet MS"/>
                <a:cs typeface="Trebuchet MS"/>
              </a:rPr>
              <a:t> </a:t>
            </a:r>
            <a:r>
              <a:rPr sz="1500" spc="-20" dirty="0">
                <a:latin typeface="Trebuchet MS"/>
                <a:cs typeface="Trebuchet MS"/>
              </a:rPr>
              <a:t>Flow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70253" y="3369627"/>
            <a:ext cx="1226185" cy="483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Trebuchet MS"/>
                <a:cs typeface="Trebuchet MS"/>
              </a:rPr>
              <a:t>Risk</a:t>
            </a:r>
            <a:r>
              <a:rPr sz="1500" spc="10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Model</a:t>
            </a:r>
            <a:r>
              <a:rPr sz="1500" spc="90" dirty="0">
                <a:latin typeface="Trebuchet MS"/>
                <a:cs typeface="Trebuchet MS"/>
              </a:rPr>
              <a:t> </a:t>
            </a:r>
            <a:r>
              <a:rPr sz="1500" spc="-25" dirty="0">
                <a:latin typeface="Trebuchet MS"/>
                <a:cs typeface="Trebuchet MS"/>
              </a:rPr>
              <a:t>by </a:t>
            </a:r>
            <a:r>
              <a:rPr sz="1500" spc="-10" dirty="0">
                <a:latin typeface="Trebuchet MS"/>
                <a:cs typeface="Trebuchet MS"/>
              </a:rPr>
              <a:t>Count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4574" rIns="0" bIns="0" rtlCol="0">
            <a:spAutoFit/>
          </a:bodyPr>
          <a:lstStyle/>
          <a:p>
            <a:pPr marL="3625215">
              <a:lnSpc>
                <a:spcPct val="100000"/>
              </a:lnSpc>
              <a:spcBef>
                <a:spcPts val="130"/>
              </a:spcBef>
            </a:pPr>
            <a:r>
              <a:rPr sz="2750" spc="60" dirty="0"/>
              <a:t>Agenda</a:t>
            </a:r>
            <a:endParaRPr sz="2750"/>
          </a:p>
        </p:txBody>
      </p:sp>
      <p:sp>
        <p:nvSpPr>
          <p:cNvPr id="6" name="object 6"/>
          <p:cNvSpPr txBox="1"/>
          <p:nvPr/>
        </p:nvSpPr>
        <p:spPr>
          <a:xfrm>
            <a:off x="6706616" y="1088453"/>
            <a:ext cx="122809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985" algn="r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Trebuchet MS"/>
                <a:cs typeface="Trebuchet MS"/>
              </a:rPr>
              <a:t>Risk</a:t>
            </a:r>
            <a:r>
              <a:rPr sz="1500" spc="10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Model</a:t>
            </a:r>
            <a:r>
              <a:rPr sz="1500" spc="90" dirty="0">
                <a:latin typeface="Trebuchet MS"/>
                <a:cs typeface="Trebuchet MS"/>
              </a:rPr>
              <a:t> </a:t>
            </a:r>
            <a:r>
              <a:rPr sz="1500" spc="-25" dirty="0">
                <a:latin typeface="Trebuchet MS"/>
                <a:cs typeface="Trebuchet MS"/>
              </a:rPr>
              <a:t>by</a:t>
            </a:r>
            <a:endParaRPr sz="1500">
              <a:latin typeface="Trebuchet MS"/>
              <a:cs typeface="Trebuchet MS"/>
            </a:endParaRPr>
          </a:p>
          <a:p>
            <a:pPr marR="5080" algn="r">
              <a:lnSpc>
                <a:spcPct val="100000"/>
              </a:lnSpc>
              <a:spcBef>
                <a:spcPts val="5"/>
              </a:spcBef>
            </a:pPr>
            <a:r>
              <a:rPr sz="1500" spc="-10" dirty="0">
                <a:latin typeface="Trebuchet MS"/>
                <a:cs typeface="Trebuchet MS"/>
              </a:rPr>
              <a:t>Drivers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88759" y="2223452"/>
            <a:ext cx="1350645" cy="483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Trebuchet MS"/>
                <a:cs typeface="Trebuchet MS"/>
              </a:rPr>
              <a:t>Risk</a:t>
            </a:r>
            <a:r>
              <a:rPr sz="1500" spc="11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Model</a:t>
            </a:r>
            <a:r>
              <a:rPr sz="1500" spc="100" dirty="0">
                <a:latin typeface="Trebuchet MS"/>
                <a:cs typeface="Trebuchet MS"/>
              </a:rPr>
              <a:t> </a:t>
            </a:r>
            <a:r>
              <a:rPr sz="1500" spc="-25" dirty="0">
                <a:latin typeface="Trebuchet MS"/>
                <a:cs typeface="Trebuchet MS"/>
              </a:rPr>
              <a:t>due</a:t>
            </a:r>
            <a:endParaRPr sz="1500">
              <a:latin typeface="Trebuchet MS"/>
              <a:cs typeface="Trebuchet MS"/>
            </a:endParaRPr>
          </a:p>
          <a:p>
            <a:pPr marR="8890" algn="r">
              <a:lnSpc>
                <a:spcPct val="100000"/>
              </a:lnSpc>
              <a:spcBef>
                <a:spcPts val="5"/>
              </a:spcBef>
            </a:pPr>
            <a:r>
              <a:rPr sz="1500" dirty="0">
                <a:latin typeface="Trebuchet MS"/>
                <a:cs typeface="Trebuchet MS"/>
              </a:rPr>
              <a:t>to</a:t>
            </a:r>
            <a:r>
              <a:rPr sz="1500" spc="-65" dirty="0">
                <a:latin typeface="Trebuchet MS"/>
                <a:cs typeface="Trebuchet MS"/>
              </a:rPr>
              <a:t> </a:t>
            </a:r>
            <a:r>
              <a:rPr sz="1500" spc="-10" dirty="0">
                <a:latin typeface="Trebuchet MS"/>
                <a:cs typeface="Trebuchet MS"/>
              </a:rPr>
              <a:t>Incidents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16116" y="3369627"/>
            <a:ext cx="1421130" cy="483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8610" marR="5080" indent="-296545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latin typeface="Arial"/>
                <a:cs typeface="Arial"/>
              </a:rPr>
              <a:t>Risk</a:t>
            </a:r>
            <a:r>
              <a:rPr sz="1500" b="1" spc="-1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Model</a:t>
            </a:r>
            <a:r>
              <a:rPr sz="1500" b="1" spc="-40" dirty="0">
                <a:latin typeface="Arial"/>
                <a:cs typeface="Arial"/>
              </a:rPr>
              <a:t> </a:t>
            </a:r>
            <a:r>
              <a:rPr sz="1500" b="1" spc="-25" dirty="0">
                <a:latin typeface="Arial"/>
                <a:cs typeface="Arial"/>
              </a:rPr>
              <a:t>due </a:t>
            </a:r>
            <a:r>
              <a:rPr sz="1500" b="1" dirty="0">
                <a:latin typeface="Arial"/>
                <a:cs typeface="Arial"/>
              </a:rPr>
              <a:t>to</a:t>
            </a:r>
            <a:r>
              <a:rPr sz="1500" b="1" spc="-40" dirty="0">
                <a:latin typeface="Arial"/>
                <a:cs typeface="Arial"/>
              </a:rPr>
              <a:t> </a:t>
            </a:r>
            <a:r>
              <a:rPr sz="1500" b="1" spc="-10" dirty="0">
                <a:latin typeface="Arial"/>
                <a:cs typeface="Arial"/>
              </a:rPr>
              <a:t>Speed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059013" y="1020038"/>
            <a:ext cx="636905" cy="636905"/>
            <a:chOff x="8059013" y="1020038"/>
            <a:chExt cx="636905" cy="636905"/>
          </a:xfrm>
        </p:grpSpPr>
        <p:sp>
          <p:nvSpPr>
            <p:cNvPr id="10" name="object 10"/>
            <p:cNvSpPr/>
            <p:nvPr/>
          </p:nvSpPr>
          <p:spPr>
            <a:xfrm>
              <a:off x="8103806" y="1066800"/>
              <a:ext cx="537210" cy="533400"/>
            </a:xfrm>
            <a:custGeom>
              <a:avLst/>
              <a:gdLst/>
              <a:ahLst/>
              <a:cxnLst/>
              <a:rect l="l" t="t" r="r" b="b"/>
              <a:pathLst>
                <a:path w="537209" h="533400">
                  <a:moveTo>
                    <a:pt x="268414" y="0"/>
                  </a:moveTo>
                  <a:lnTo>
                    <a:pt x="223770" y="3745"/>
                  </a:lnTo>
                  <a:lnTo>
                    <a:pt x="180680" y="14727"/>
                  </a:lnTo>
                  <a:lnTo>
                    <a:pt x="140048" y="32560"/>
                  </a:lnTo>
                  <a:lnTo>
                    <a:pt x="102775" y="56860"/>
                  </a:lnTo>
                  <a:lnTo>
                    <a:pt x="69763" y="87243"/>
                  </a:lnTo>
                  <a:lnTo>
                    <a:pt x="41913" y="123324"/>
                  </a:lnTo>
                  <a:lnTo>
                    <a:pt x="20129" y="164719"/>
                  </a:lnTo>
                  <a:lnTo>
                    <a:pt x="5786" y="210595"/>
                  </a:lnTo>
                  <a:lnTo>
                    <a:pt x="0" y="256975"/>
                  </a:lnTo>
                  <a:lnTo>
                    <a:pt x="2368" y="302876"/>
                  </a:lnTo>
                  <a:lnTo>
                    <a:pt x="12491" y="347316"/>
                  </a:lnTo>
                  <a:lnTo>
                    <a:pt x="29968" y="389312"/>
                  </a:lnTo>
                  <a:lnTo>
                    <a:pt x="54400" y="427881"/>
                  </a:lnTo>
                  <a:lnTo>
                    <a:pt x="85386" y="462042"/>
                  </a:lnTo>
                  <a:lnTo>
                    <a:pt x="122525" y="490811"/>
                  </a:lnTo>
                  <a:lnTo>
                    <a:pt x="165417" y="513207"/>
                  </a:lnTo>
                  <a:lnTo>
                    <a:pt x="216598" y="528446"/>
                  </a:lnTo>
                  <a:lnTo>
                    <a:pt x="268160" y="533400"/>
                  </a:lnTo>
                  <a:lnTo>
                    <a:pt x="312991" y="529681"/>
                  </a:lnTo>
                  <a:lnTo>
                    <a:pt x="356202" y="518770"/>
                  </a:lnTo>
                  <a:lnTo>
                    <a:pt x="396889" y="501029"/>
                  </a:lnTo>
                  <a:lnTo>
                    <a:pt x="434149" y="476823"/>
                  </a:lnTo>
                  <a:lnTo>
                    <a:pt x="467076" y="446517"/>
                  </a:lnTo>
                  <a:lnTo>
                    <a:pt x="494767" y="410475"/>
                  </a:lnTo>
                  <a:lnTo>
                    <a:pt x="516318" y="369062"/>
                  </a:lnTo>
                  <a:lnTo>
                    <a:pt x="530895" y="322922"/>
                  </a:lnTo>
                  <a:lnTo>
                    <a:pt x="536807" y="276343"/>
                  </a:lnTo>
                  <a:lnTo>
                    <a:pt x="534479" y="230307"/>
                  </a:lnTo>
                  <a:lnTo>
                    <a:pt x="524333" y="185795"/>
                  </a:lnTo>
                  <a:lnTo>
                    <a:pt x="506793" y="143788"/>
                  </a:lnTo>
                  <a:lnTo>
                    <a:pt x="482282" y="105268"/>
                  </a:lnTo>
                  <a:lnTo>
                    <a:pt x="451223" y="71217"/>
                  </a:lnTo>
                  <a:lnTo>
                    <a:pt x="414041" y="42616"/>
                  </a:lnTo>
                  <a:lnTo>
                    <a:pt x="371157" y="20447"/>
                  </a:lnTo>
                  <a:lnTo>
                    <a:pt x="320024" y="5032"/>
                  </a:lnTo>
                  <a:lnTo>
                    <a:pt x="268414" y="0"/>
                  </a:lnTo>
                  <a:close/>
                </a:path>
              </a:pathLst>
            </a:custGeom>
            <a:solidFill>
              <a:srgbClr val="2F46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210550" y="1181100"/>
              <a:ext cx="323850" cy="304800"/>
            </a:xfrm>
            <a:custGeom>
              <a:avLst/>
              <a:gdLst/>
              <a:ahLst/>
              <a:cxnLst/>
              <a:rect l="l" t="t" r="r" b="b"/>
              <a:pathLst>
                <a:path w="323850" h="304800">
                  <a:moveTo>
                    <a:pt x="111720" y="39370"/>
                  </a:moveTo>
                  <a:lnTo>
                    <a:pt x="102997" y="39370"/>
                  </a:lnTo>
                  <a:lnTo>
                    <a:pt x="70028" y="46989"/>
                  </a:lnTo>
                  <a:lnTo>
                    <a:pt x="52228" y="63500"/>
                  </a:lnTo>
                  <a:lnTo>
                    <a:pt x="44954" y="81279"/>
                  </a:lnTo>
                  <a:lnTo>
                    <a:pt x="43560" y="88900"/>
                  </a:lnTo>
                  <a:lnTo>
                    <a:pt x="43560" y="114300"/>
                  </a:lnTo>
                  <a:lnTo>
                    <a:pt x="40131" y="118110"/>
                  </a:lnTo>
                  <a:lnTo>
                    <a:pt x="37592" y="123189"/>
                  </a:lnTo>
                  <a:lnTo>
                    <a:pt x="37592" y="152400"/>
                  </a:lnTo>
                  <a:lnTo>
                    <a:pt x="40131" y="158750"/>
                  </a:lnTo>
                  <a:lnTo>
                    <a:pt x="45211" y="162560"/>
                  </a:lnTo>
                  <a:lnTo>
                    <a:pt x="49387" y="173989"/>
                  </a:lnTo>
                  <a:lnTo>
                    <a:pt x="54800" y="184150"/>
                  </a:lnTo>
                  <a:lnTo>
                    <a:pt x="60213" y="191770"/>
                  </a:lnTo>
                  <a:lnTo>
                    <a:pt x="64389" y="196850"/>
                  </a:lnTo>
                  <a:lnTo>
                    <a:pt x="64389" y="215900"/>
                  </a:lnTo>
                  <a:lnTo>
                    <a:pt x="61975" y="220979"/>
                  </a:lnTo>
                  <a:lnTo>
                    <a:pt x="58547" y="223520"/>
                  </a:lnTo>
                  <a:lnTo>
                    <a:pt x="22605" y="245110"/>
                  </a:lnTo>
                  <a:lnTo>
                    <a:pt x="13073" y="252729"/>
                  </a:lnTo>
                  <a:lnTo>
                    <a:pt x="5968" y="261620"/>
                  </a:lnTo>
                  <a:lnTo>
                    <a:pt x="1531" y="273050"/>
                  </a:lnTo>
                  <a:lnTo>
                    <a:pt x="0" y="284479"/>
                  </a:lnTo>
                  <a:lnTo>
                    <a:pt x="0" y="304800"/>
                  </a:lnTo>
                  <a:lnTo>
                    <a:pt x="323850" y="304800"/>
                  </a:lnTo>
                  <a:lnTo>
                    <a:pt x="323850" y="294639"/>
                  </a:lnTo>
                  <a:lnTo>
                    <a:pt x="10922" y="294639"/>
                  </a:lnTo>
                  <a:lnTo>
                    <a:pt x="10922" y="284479"/>
                  </a:lnTo>
                  <a:lnTo>
                    <a:pt x="63626" y="231139"/>
                  </a:lnTo>
                  <a:lnTo>
                    <a:pt x="71120" y="228600"/>
                  </a:lnTo>
                  <a:lnTo>
                    <a:pt x="75310" y="220979"/>
                  </a:lnTo>
                  <a:lnTo>
                    <a:pt x="75310" y="191770"/>
                  </a:lnTo>
                  <a:lnTo>
                    <a:pt x="71372" y="187960"/>
                  </a:lnTo>
                  <a:lnTo>
                    <a:pt x="66024" y="181610"/>
                  </a:lnTo>
                  <a:lnTo>
                    <a:pt x="59890" y="171450"/>
                  </a:lnTo>
                  <a:lnTo>
                    <a:pt x="54355" y="154939"/>
                  </a:lnTo>
                  <a:lnTo>
                    <a:pt x="52704" y="154939"/>
                  </a:lnTo>
                  <a:lnTo>
                    <a:pt x="50165" y="152400"/>
                  </a:lnTo>
                  <a:lnTo>
                    <a:pt x="48514" y="149860"/>
                  </a:lnTo>
                  <a:lnTo>
                    <a:pt x="48514" y="125729"/>
                  </a:lnTo>
                  <a:lnTo>
                    <a:pt x="52704" y="120650"/>
                  </a:lnTo>
                  <a:lnTo>
                    <a:pt x="54355" y="119379"/>
                  </a:lnTo>
                  <a:lnTo>
                    <a:pt x="54355" y="90170"/>
                  </a:lnTo>
                  <a:lnTo>
                    <a:pt x="55473" y="82550"/>
                  </a:lnTo>
                  <a:lnTo>
                    <a:pt x="61388" y="69850"/>
                  </a:lnTo>
                  <a:lnTo>
                    <a:pt x="75947" y="55879"/>
                  </a:lnTo>
                  <a:lnTo>
                    <a:pt x="102997" y="50800"/>
                  </a:lnTo>
                  <a:lnTo>
                    <a:pt x="145797" y="50800"/>
                  </a:lnTo>
                  <a:lnTo>
                    <a:pt x="146249" y="46989"/>
                  </a:lnTo>
                  <a:lnTo>
                    <a:pt x="135508" y="46989"/>
                  </a:lnTo>
                  <a:lnTo>
                    <a:pt x="128214" y="43179"/>
                  </a:lnTo>
                  <a:lnTo>
                    <a:pt x="120205" y="40639"/>
                  </a:lnTo>
                  <a:lnTo>
                    <a:pt x="111720" y="39370"/>
                  </a:lnTo>
                  <a:close/>
                </a:path>
                <a:path w="323850" h="304800">
                  <a:moveTo>
                    <a:pt x="165734" y="172720"/>
                  </a:moveTo>
                  <a:lnTo>
                    <a:pt x="152273" y="172720"/>
                  </a:lnTo>
                  <a:lnTo>
                    <a:pt x="153161" y="175260"/>
                  </a:lnTo>
                  <a:lnTo>
                    <a:pt x="154813" y="176529"/>
                  </a:lnTo>
                  <a:lnTo>
                    <a:pt x="155701" y="177800"/>
                  </a:lnTo>
                  <a:lnTo>
                    <a:pt x="156464" y="179070"/>
                  </a:lnTo>
                  <a:lnTo>
                    <a:pt x="156464" y="203200"/>
                  </a:lnTo>
                  <a:lnTo>
                    <a:pt x="153924" y="208279"/>
                  </a:lnTo>
                  <a:lnTo>
                    <a:pt x="148971" y="210820"/>
                  </a:lnTo>
                  <a:lnTo>
                    <a:pt x="134747" y="218439"/>
                  </a:lnTo>
                  <a:lnTo>
                    <a:pt x="132206" y="218439"/>
                  </a:lnTo>
                  <a:lnTo>
                    <a:pt x="131318" y="220979"/>
                  </a:lnTo>
                  <a:lnTo>
                    <a:pt x="101219" y="237489"/>
                  </a:lnTo>
                  <a:lnTo>
                    <a:pt x="90473" y="246379"/>
                  </a:lnTo>
                  <a:lnTo>
                    <a:pt x="82311" y="256539"/>
                  </a:lnTo>
                  <a:lnTo>
                    <a:pt x="77126" y="267970"/>
                  </a:lnTo>
                  <a:lnTo>
                    <a:pt x="75310" y="281939"/>
                  </a:lnTo>
                  <a:lnTo>
                    <a:pt x="75310" y="294639"/>
                  </a:lnTo>
                  <a:lnTo>
                    <a:pt x="86232" y="294639"/>
                  </a:lnTo>
                  <a:lnTo>
                    <a:pt x="86232" y="281939"/>
                  </a:lnTo>
                  <a:lnTo>
                    <a:pt x="87600" y="271779"/>
                  </a:lnTo>
                  <a:lnTo>
                    <a:pt x="91551" y="261620"/>
                  </a:lnTo>
                  <a:lnTo>
                    <a:pt x="97859" y="254000"/>
                  </a:lnTo>
                  <a:lnTo>
                    <a:pt x="106299" y="247650"/>
                  </a:lnTo>
                  <a:lnTo>
                    <a:pt x="154813" y="220979"/>
                  </a:lnTo>
                  <a:lnTo>
                    <a:pt x="159938" y="215900"/>
                  </a:lnTo>
                  <a:lnTo>
                    <a:pt x="163909" y="210820"/>
                  </a:lnTo>
                  <a:lnTo>
                    <a:pt x="166475" y="204470"/>
                  </a:lnTo>
                  <a:lnTo>
                    <a:pt x="167385" y="198120"/>
                  </a:lnTo>
                  <a:lnTo>
                    <a:pt x="167385" y="175260"/>
                  </a:lnTo>
                  <a:lnTo>
                    <a:pt x="166497" y="175260"/>
                  </a:lnTo>
                  <a:lnTo>
                    <a:pt x="166497" y="173989"/>
                  </a:lnTo>
                  <a:lnTo>
                    <a:pt x="165734" y="173989"/>
                  </a:lnTo>
                  <a:lnTo>
                    <a:pt x="165734" y="172720"/>
                  </a:lnTo>
                  <a:close/>
                </a:path>
                <a:path w="323850" h="304800">
                  <a:moveTo>
                    <a:pt x="243619" y="11429"/>
                  </a:moveTo>
                  <a:lnTo>
                    <a:pt x="200025" y="11429"/>
                  </a:lnTo>
                  <a:lnTo>
                    <a:pt x="214570" y="12700"/>
                  </a:lnTo>
                  <a:lnTo>
                    <a:pt x="226949" y="16510"/>
                  </a:lnTo>
                  <a:lnTo>
                    <a:pt x="253111" y="46989"/>
                  </a:lnTo>
                  <a:lnTo>
                    <a:pt x="253492" y="91439"/>
                  </a:lnTo>
                  <a:lnTo>
                    <a:pt x="255270" y="92710"/>
                  </a:lnTo>
                  <a:lnTo>
                    <a:pt x="257682" y="95250"/>
                  </a:lnTo>
                  <a:lnTo>
                    <a:pt x="259460" y="97789"/>
                  </a:lnTo>
                  <a:lnTo>
                    <a:pt x="259460" y="128270"/>
                  </a:lnTo>
                  <a:lnTo>
                    <a:pt x="256031" y="132079"/>
                  </a:lnTo>
                  <a:lnTo>
                    <a:pt x="251841" y="133350"/>
                  </a:lnTo>
                  <a:lnTo>
                    <a:pt x="248539" y="134620"/>
                  </a:lnTo>
                  <a:lnTo>
                    <a:pt x="247650" y="137160"/>
                  </a:lnTo>
                  <a:lnTo>
                    <a:pt x="244844" y="146050"/>
                  </a:lnTo>
                  <a:lnTo>
                    <a:pt x="241395" y="153670"/>
                  </a:lnTo>
                  <a:lnTo>
                    <a:pt x="237327" y="161289"/>
                  </a:lnTo>
                  <a:lnTo>
                    <a:pt x="232664" y="168910"/>
                  </a:lnTo>
                  <a:lnTo>
                    <a:pt x="231013" y="171450"/>
                  </a:lnTo>
                  <a:lnTo>
                    <a:pt x="229234" y="172720"/>
                  </a:lnTo>
                  <a:lnTo>
                    <a:pt x="228473" y="175260"/>
                  </a:lnTo>
                  <a:lnTo>
                    <a:pt x="226822" y="176529"/>
                  </a:lnTo>
                  <a:lnTo>
                    <a:pt x="226822" y="199389"/>
                  </a:lnTo>
                  <a:lnTo>
                    <a:pt x="292100" y="248920"/>
                  </a:lnTo>
                  <a:lnTo>
                    <a:pt x="300980" y="255270"/>
                  </a:lnTo>
                  <a:lnTo>
                    <a:pt x="307514" y="262889"/>
                  </a:lnTo>
                  <a:lnTo>
                    <a:pt x="311548" y="273050"/>
                  </a:lnTo>
                  <a:lnTo>
                    <a:pt x="312927" y="283210"/>
                  </a:lnTo>
                  <a:lnTo>
                    <a:pt x="312927" y="294639"/>
                  </a:lnTo>
                  <a:lnTo>
                    <a:pt x="323850" y="294639"/>
                  </a:lnTo>
                  <a:lnTo>
                    <a:pt x="323850" y="283210"/>
                  </a:lnTo>
                  <a:lnTo>
                    <a:pt x="322020" y="269239"/>
                  </a:lnTo>
                  <a:lnTo>
                    <a:pt x="316737" y="256539"/>
                  </a:lnTo>
                  <a:lnTo>
                    <a:pt x="308312" y="246379"/>
                  </a:lnTo>
                  <a:lnTo>
                    <a:pt x="297052" y="238760"/>
                  </a:lnTo>
                  <a:lnTo>
                    <a:pt x="245109" y="212089"/>
                  </a:lnTo>
                  <a:lnTo>
                    <a:pt x="241046" y="209550"/>
                  </a:lnTo>
                  <a:lnTo>
                    <a:pt x="237617" y="204470"/>
                  </a:lnTo>
                  <a:lnTo>
                    <a:pt x="237617" y="180339"/>
                  </a:lnTo>
                  <a:lnTo>
                    <a:pt x="239268" y="177800"/>
                  </a:lnTo>
                  <a:lnTo>
                    <a:pt x="240156" y="176529"/>
                  </a:lnTo>
                  <a:lnTo>
                    <a:pt x="241807" y="175260"/>
                  </a:lnTo>
                  <a:lnTo>
                    <a:pt x="246538" y="167639"/>
                  </a:lnTo>
                  <a:lnTo>
                    <a:pt x="250698" y="160020"/>
                  </a:lnTo>
                  <a:lnTo>
                    <a:pt x="254380" y="151129"/>
                  </a:lnTo>
                  <a:lnTo>
                    <a:pt x="257682" y="142239"/>
                  </a:lnTo>
                  <a:lnTo>
                    <a:pt x="265302" y="138429"/>
                  </a:lnTo>
                  <a:lnTo>
                    <a:pt x="270255" y="130810"/>
                  </a:lnTo>
                  <a:lnTo>
                    <a:pt x="270255" y="95250"/>
                  </a:lnTo>
                  <a:lnTo>
                    <a:pt x="267716" y="90170"/>
                  </a:lnTo>
                  <a:lnTo>
                    <a:pt x="264414" y="85089"/>
                  </a:lnTo>
                  <a:lnTo>
                    <a:pt x="264414" y="55879"/>
                  </a:lnTo>
                  <a:lnTo>
                    <a:pt x="264850" y="52070"/>
                  </a:lnTo>
                  <a:lnTo>
                    <a:pt x="264001" y="43179"/>
                  </a:lnTo>
                  <a:lnTo>
                    <a:pt x="260627" y="31750"/>
                  </a:lnTo>
                  <a:lnTo>
                    <a:pt x="253492" y="20320"/>
                  </a:lnTo>
                  <a:lnTo>
                    <a:pt x="243619" y="11429"/>
                  </a:lnTo>
                  <a:close/>
                </a:path>
                <a:path w="323850" h="304800">
                  <a:moveTo>
                    <a:pt x="145797" y="50800"/>
                  </a:moveTo>
                  <a:lnTo>
                    <a:pt x="112029" y="50800"/>
                  </a:lnTo>
                  <a:lnTo>
                    <a:pt x="120396" y="53339"/>
                  </a:lnTo>
                  <a:lnTo>
                    <a:pt x="128000" y="55879"/>
                  </a:lnTo>
                  <a:lnTo>
                    <a:pt x="134747" y="59689"/>
                  </a:lnTo>
                  <a:lnTo>
                    <a:pt x="134747" y="85089"/>
                  </a:lnTo>
                  <a:lnTo>
                    <a:pt x="131318" y="90170"/>
                  </a:lnTo>
                  <a:lnTo>
                    <a:pt x="129667" y="95250"/>
                  </a:lnTo>
                  <a:lnTo>
                    <a:pt x="129667" y="125729"/>
                  </a:lnTo>
                  <a:lnTo>
                    <a:pt x="130555" y="128270"/>
                  </a:lnTo>
                  <a:lnTo>
                    <a:pt x="130555" y="129539"/>
                  </a:lnTo>
                  <a:lnTo>
                    <a:pt x="131318" y="130810"/>
                  </a:lnTo>
                  <a:lnTo>
                    <a:pt x="131318" y="132079"/>
                  </a:lnTo>
                  <a:lnTo>
                    <a:pt x="133096" y="134620"/>
                  </a:lnTo>
                  <a:lnTo>
                    <a:pt x="134747" y="137160"/>
                  </a:lnTo>
                  <a:lnTo>
                    <a:pt x="138049" y="139700"/>
                  </a:lnTo>
                  <a:lnTo>
                    <a:pt x="138049" y="142239"/>
                  </a:lnTo>
                  <a:lnTo>
                    <a:pt x="138938" y="143510"/>
                  </a:lnTo>
                  <a:lnTo>
                    <a:pt x="138938" y="144779"/>
                  </a:lnTo>
                  <a:lnTo>
                    <a:pt x="139700" y="146050"/>
                  </a:lnTo>
                  <a:lnTo>
                    <a:pt x="139700" y="147320"/>
                  </a:lnTo>
                  <a:lnTo>
                    <a:pt x="140589" y="148589"/>
                  </a:lnTo>
                  <a:lnTo>
                    <a:pt x="141350" y="151129"/>
                  </a:lnTo>
                  <a:lnTo>
                    <a:pt x="142240" y="153670"/>
                  </a:lnTo>
                  <a:lnTo>
                    <a:pt x="142240" y="154939"/>
                  </a:lnTo>
                  <a:lnTo>
                    <a:pt x="143128" y="154939"/>
                  </a:lnTo>
                  <a:lnTo>
                    <a:pt x="143128" y="156210"/>
                  </a:lnTo>
                  <a:lnTo>
                    <a:pt x="143891" y="157479"/>
                  </a:lnTo>
                  <a:lnTo>
                    <a:pt x="144779" y="158750"/>
                  </a:lnTo>
                  <a:lnTo>
                    <a:pt x="144779" y="160020"/>
                  </a:lnTo>
                  <a:lnTo>
                    <a:pt x="145669" y="161289"/>
                  </a:lnTo>
                  <a:lnTo>
                    <a:pt x="145669" y="162560"/>
                  </a:lnTo>
                  <a:lnTo>
                    <a:pt x="146430" y="162560"/>
                  </a:lnTo>
                  <a:lnTo>
                    <a:pt x="147320" y="163829"/>
                  </a:lnTo>
                  <a:lnTo>
                    <a:pt x="147320" y="165100"/>
                  </a:lnTo>
                  <a:lnTo>
                    <a:pt x="148081" y="166370"/>
                  </a:lnTo>
                  <a:lnTo>
                    <a:pt x="148971" y="167639"/>
                  </a:lnTo>
                  <a:lnTo>
                    <a:pt x="149732" y="168910"/>
                  </a:lnTo>
                  <a:lnTo>
                    <a:pt x="151510" y="171450"/>
                  </a:lnTo>
                  <a:lnTo>
                    <a:pt x="151510" y="172720"/>
                  </a:lnTo>
                  <a:lnTo>
                    <a:pt x="164846" y="172720"/>
                  </a:lnTo>
                  <a:lnTo>
                    <a:pt x="163195" y="170179"/>
                  </a:lnTo>
                  <a:lnTo>
                    <a:pt x="162305" y="168910"/>
                  </a:lnTo>
                  <a:lnTo>
                    <a:pt x="161544" y="167639"/>
                  </a:lnTo>
                  <a:lnTo>
                    <a:pt x="159766" y="165100"/>
                  </a:lnTo>
                  <a:lnTo>
                    <a:pt x="159003" y="165100"/>
                  </a:lnTo>
                  <a:lnTo>
                    <a:pt x="158115" y="162560"/>
                  </a:lnTo>
                  <a:lnTo>
                    <a:pt x="156464" y="160020"/>
                  </a:lnTo>
                  <a:lnTo>
                    <a:pt x="155701" y="157479"/>
                  </a:lnTo>
                  <a:lnTo>
                    <a:pt x="153924" y="154939"/>
                  </a:lnTo>
                  <a:lnTo>
                    <a:pt x="153161" y="152400"/>
                  </a:lnTo>
                  <a:lnTo>
                    <a:pt x="153161" y="151129"/>
                  </a:lnTo>
                  <a:lnTo>
                    <a:pt x="152273" y="151129"/>
                  </a:lnTo>
                  <a:lnTo>
                    <a:pt x="152273" y="148589"/>
                  </a:lnTo>
                  <a:lnTo>
                    <a:pt x="151510" y="148589"/>
                  </a:lnTo>
                  <a:lnTo>
                    <a:pt x="151510" y="147320"/>
                  </a:lnTo>
                  <a:lnTo>
                    <a:pt x="150622" y="146050"/>
                  </a:lnTo>
                  <a:lnTo>
                    <a:pt x="149732" y="143510"/>
                  </a:lnTo>
                  <a:lnTo>
                    <a:pt x="149732" y="142239"/>
                  </a:lnTo>
                  <a:lnTo>
                    <a:pt x="148971" y="140970"/>
                  </a:lnTo>
                  <a:lnTo>
                    <a:pt x="148971" y="138429"/>
                  </a:lnTo>
                  <a:lnTo>
                    <a:pt x="148081" y="137160"/>
                  </a:lnTo>
                  <a:lnTo>
                    <a:pt x="148081" y="135889"/>
                  </a:lnTo>
                  <a:lnTo>
                    <a:pt x="147320" y="133350"/>
                  </a:lnTo>
                  <a:lnTo>
                    <a:pt x="145669" y="132079"/>
                  </a:lnTo>
                  <a:lnTo>
                    <a:pt x="142240" y="130810"/>
                  </a:lnTo>
                  <a:lnTo>
                    <a:pt x="140589" y="127000"/>
                  </a:lnTo>
                  <a:lnTo>
                    <a:pt x="140589" y="97789"/>
                  </a:lnTo>
                  <a:lnTo>
                    <a:pt x="141350" y="95250"/>
                  </a:lnTo>
                  <a:lnTo>
                    <a:pt x="143891" y="92710"/>
                  </a:lnTo>
                  <a:lnTo>
                    <a:pt x="145669" y="91439"/>
                  </a:lnTo>
                  <a:lnTo>
                    <a:pt x="145754" y="52070"/>
                  </a:lnTo>
                  <a:lnTo>
                    <a:pt x="145797" y="50800"/>
                  </a:lnTo>
                  <a:close/>
                </a:path>
                <a:path w="323850" h="304800">
                  <a:moveTo>
                    <a:pt x="200025" y="0"/>
                  </a:moveTo>
                  <a:lnTo>
                    <a:pt x="156001" y="11429"/>
                  </a:lnTo>
                  <a:lnTo>
                    <a:pt x="135508" y="46989"/>
                  </a:lnTo>
                  <a:lnTo>
                    <a:pt x="146249" y="46989"/>
                  </a:lnTo>
                  <a:lnTo>
                    <a:pt x="146700" y="43179"/>
                  </a:lnTo>
                  <a:lnTo>
                    <a:pt x="149151" y="35560"/>
                  </a:lnTo>
                  <a:lnTo>
                    <a:pt x="184910" y="12700"/>
                  </a:lnTo>
                  <a:lnTo>
                    <a:pt x="200025" y="11429"/>
                  </a:lnTo>
                  <a:lnTo>
                    <a:pt x="243619" y="11429"/>
                  </a:lnTo>
                  <a:lnTo>
                    <a:pt x="231473" y="5079"/>
                  </a:lnTo>
                  <a:lnTo>
                    <a:pt x="216969" y="2539"/>
                  </a:lnTo>
                  <a:lnTo>
                    <a:pt x="2000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062976" y="1024001"/>
              <a:ext cx="628650" cy="628650"/>
            </a:xfrm>
            <a:custGeom>
              <a:avLst/>
              <a:gdLst/>
              <a:ahLst/>
              <a:cxnLst/>
              <a:rect l="l" t="t" r="r" b="b"/>
              <a:pathLst>
                <a:path w="628650" h="628650">
                  <a:moveTo>
                    <a:pt x="538479" y="533400"/>
                  </a:moveTo>
                  <a:lnTo>
                    <a:pt x="569218" y="497074"/>
                  </a:lnTo>
                  <a:lnTo>
                    <a:pt x="594250" y="456220"/>
                  </a:lnTo>
                  <a:lnTo>
                    <a:pt x="612930" y="411519"/>
                  </a:lnTo>
                  <a:lnTo>
                    <a:pt x="624612" y="363654"/>
                  </a:lnTo>
                  <a:lnTo>
                    <a:pt x="628650" y="313309"/>
                  </a:lnTo>
                  <a:lnTo>
                    <a:pt x="625245" y="266995"/>
                  </a:lnTo>
                  <a:lnTo>
                    <a:pt x="615355" y="222797"/>
                  </a:lnTo>
                  <a:lnTo>
                    <a:pt x="599466" y="181197"/>
                  </a:lnTo>
                  <a:lnTo>
                    <a:pt x="578063" y="142680"/>
                  </a:lnTo>
                  <a:lnTo>
                    <a:pt x="551634" y="107728"/>
                  </a:lnTo>
                  <a:lnTo>
                    <a:pt x="520663" y="76827"/>
                  </a:lnTo>
                  <a:lnTo>
                    <a:pt x="485637" y="50459"/>
                  </a:lnTo>
                  <a:lnTo>
                    <a:pt x="447043" y="29109"/>
                  </a:lnTo>
                  <a:lnTo>
                    <a:pt x="405365" y="13259"/>
                  </a:lnTo>
                  <a:lnTo>
                    <a:pt x="361091" y="3395"/>
                  </a:lnTo>
                  <a:lnTo>
                    <a:pt x="314705" y="0"/>
                  </a:lnTo>
                  <a:lnTo>
                    <a:pt x="287238" y="1234"/>
                  </a:lnTo>
                  <a:lnTo>
                    <a:pt x="260508" y="4825"/>
                  </a:lnTo>
                  <a:lnTo>
                    <a:pt x="234588" y="10608"/>
                  </a:lnTo>
                  <a:lnTo>
                    <a:pt x="209550" y="18414"/>
                  </a:lnTo>
                </a:path>
                <a:path w="628650" h="628650">
                  <a:moveTo>
                    <a:pt x="99059" y="85725"/>
                  </a:moveTo>
                  <a:lnTo>
                    <a:pt x="65544" y="122799"/>
                  </a:lnTo>
                  <a:lnTo>
                    <a:pt x="38075" y="164940"/>
                  </a:lnTo>
                  <a:lnTo>
                    <a:pt x="17458" y="211390"/>
                  </a:lnTo>
                  <a:lnTo>
                    <a:pt x="4498" y="261395"/>
                  </a:lnTo>
                  <a:lnTo>
                    <a:pt x="0" y="314198"/>
                  </a:lnTo>
                  <a:lnTo>
                    <a:pt x="3416" y="360563"/>
                  </a:lnTo>
                  <a:lnTo>
                    <a:pt x="13337" y="404844"/>
                  </a:lnTo>
                  <a:lnTo>
                    <a:pt x="29271" y="446549"/>
                  </a:lnTo>
                  <a:lnTo>
                    <a:pt x="50726" y="485188"/>
                  </a:lnTo>
                  <a:lnTo>
                    <a:pt x="77211" y="520268"/>
                  </a:lnTo>
                  <a:lnTo>
                    <a:pt x="108233" y="551299"/>
                  </a:lnTo>
                  <a:lnTo>
                    <a:pt x="143301" y="577790"/>
                  </a:lnTo>
                  <a:lnTo>
                    <a:pt x="181924" y="599248"/>
                  </a:lnTo>
                  <a:lnTo>
                    <a:pt x="223608" y="615184"/>
                  </a:lnTo>
                  <a:lnTo>
                    <a:pt x="267864" y="625106"/>
                  </a:lnTo>
                  <a:lnTo>
                    <a:pt x="314198" y="628523"/>
                  </a:lnTo>
                </a:path>
              </a:pathLst>
            </a:custGeom>
            <a:ln w="792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8059013" y="3296513"/>
            <a:ext cx="636905" cy="636905"/>
            <a:chOff x="8059013" y="3296513"/>
            <a:chExt cx="636905" cy="636905"/>
          </a:xfrm>
        </p:grpSpPr>
        <p:sp>
          <p:nvSpPr>
            <p:cNvPr id="14" name="object 14"/>
            <p:cNvSpPr/>
            <p:nvPr/>
          </p:nvSpPr>
          <p:spPr>
            <a:xfrm>
              <a:off x="8105775" y="3343275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67080" y="0"/>
                  </a:moveTo>
                  <a:lnTo>
                    <a:pt x="219021" y="4295"/>
                  </a:lnTo>
                  <a:lnTo>
                    <a:pt x="173808" y="16678"/>
                  </a:lnTo>
                  <a:lnTo>
                    <a:pt x="132192" y="36392"/>
                  </a:lnTo>
                  <a:lnTo>
                    <a:pt x="94923" y="62682"/>
                  </a:lnTo>
                  <a:lnTo>
                    <a:pt x="62749" y="94792"/>
                  </a:lnTo>
                  <a:lnTo>
                    <a:pt x="36420" y="131967"/>
                  </a:lnTo>
                  <a:lnTo>
                    <a:pt x="16686" y="173450"/>
                  </a:lnTo>
                  <a:lnTo>
                    <a:pt x="4296" y="218485"/>
                  </a:lnTo>
                  <a:lnTo>
                    <a:pt x="0" y="266319"/>
                  </a:lnTo>
                  <a:lnTo>
                    <a:pt x="4296" y="314378"/>
                  </a:lnTo>
                  <a:lnTo>
                    <a:pt x="16686" y="359591"/>
                  </a:lnTo>
                  <a:lnTo>
                    <a:pt x="36420" y="401207"/>
                  </a:lnTo>
                  <a:lnTo>
                    <a:pt x="62749" y="438476"/>
                  </a:lnTo>
                  <a:lnTo>
                    <a:pt x="94923" y="470650"/>
                  </a:lnTo>
                  <a:lnTo>
                    <a:pt x="132192" y="496979"/>
                  </a:lnTo>
                  <a:lnTo>
                    <a:pt x="173808" y="516713"/>
                  </a:lnTo>
                  <a:lnTo>
                    <a:pt x="219021" y="529103"/>
                  </a:lnTo>
                  <a:lnTo>
                    <a:pt x="267080" y="533400"/>
                  </a:lnTo>
                  <a:lnTo>
                    <a:pt x="314914" y="529103"/>
                  </a:lnTo>
                  <a:lnTo>
                    <a:pt x="359949" y="516713"/>
                  </a:lnTo>
                  <a:lnTo>
                    <a:pt x="401432" y="496979"/>
                  </a:lnTo>
                  <a:lnTo>
                    <a:pt x="438607" y="470650"/>
                  </a:lnTo>
                  <a:lnTo>
                    <a:pt x="470717" y="438476"/>
                  </a:lnTo>
                  <a:lnTo>
                    <a:pt x="497007" y="401207"/>
                  </a:lnTo>
                  <a:lnTo>
                    <a:pt x="516721" y="359591"/>
                  </a:lnTo>
                  <a:lnTo>
                    <a:pt x="529104" y="314378"/>
                  </a:lnTo>
                  <a:lnTo>
                    <a:pt x="533400" y="266319"/>
                  </a:lnTo>
                  <a:lnTo>
                    <a:pt x="529104" y="218485"/>
                  </a:lnTo>
                  <a:lnTo>
                    <a:pt x="516721" y="173450"/>
                  </a:lnTo>
                  <a:lnTo>
                    <a:pt x="497007" y="131967"/>
                  </a:lnTo>
                  <a:lnTo>
                    <a:pt x="470717" y="94792"/>
                  </a:lnTo>
                  <a:lnTo>
                    <a:pt x="438607" y="62682"/>
                  </a:lnTo>
                  <a:lnTo>
                    <a:pt x="401432" y="36392"/>
                  </a:lnTo>
                  <a:lnTo>
                    <a:pt x="359949" y="16678"/>
                  </a:lnTo>
                  <a:lnTo>
                    <a:pt x="314914" y="4295"/>
                  </a:lnTo>
                  <a:lnTo>
                    <a:pt x="267080" y="0"/>
                  </a:lnTo>
                  <a:close/>
                </a:path>
              </a:pathLst>
            </a:custGeom>
            <a:solidFill>
              <a:srgbClr val="2F46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39125" y="3476625"/>
              <a:ext cx="266700" cy="26670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062976" y="3300476"/>
              <a:ext cx="628650" cy="628650"/>
            </a:xfrm>
            <a:custGeom>
              <a:avLst/>
              <a:gdLst/>
              <a:ahLst/>
              <a:cxnLst/>
              <a:rect l="l" t="t" r="r" b="b"/>
              <a:pathLst>
                <a:path w="628650" h="628650">
                  <a:moveTo>
                    <a:pt x="538479" y="533273"/>
                  </a:moveTo>
                  <a:lnTo>
                    <a:pt x="569218" y="497009"/>
                  </a:lnTo>
                  <a:lnTo>
                    <a:pt x="594250" y="456193"/>
                  </a:lnTo>
                  <a:lnTo>
                    <a:pt x="612930" y="411511"/>
                  </a:lnTo>
                  <a:lnTo>
                    <a:pt x="624612" y="363653"/>
                  </a:lnTo>
                  <a:lnTo>
                    <a:pt x="628650" y="313309"/>
                  </a:lnTo>
                  <a:lnTo>
                    <a:pt x="625245" y="266995"/>
                  </a:lnTo>
                  <a:lnTo>
                    <a:pt x="615355" y="222797"/>
                  </a:lnTo>
                  <a:lnTo>
                    <a:pt x="599466" y="181197"/>
                  </a:lnTo>
                  <a:lnTo>
                    <a:pt x="578063" y="142680"/>
                  </a:lnTo>
                  <a:lnTo>
                    <a:pt x="551634" y="107728"/>
                  </a:lnTo>
                  <a:lnTo>
                    <a:pt x="520663" y="76827"/>
                  </a:lnTo>
                  <a:lnTo>
                    <a:pt x="485637" y="50459"/>
                  </a:lnTo>
                  <a:lnTo>
                    <a:pt x="447043" y="29109"/>
                  </a:lnTo>
                  <a:lnTo>
                    <a:pt x="405365" y="13259"/>
                  </a:lnTo>
                  <a:lnTo>
                    <a:pt x="361091" y="3395"/>
                  </a:lnTo>
                  <a:lnTo>
                    <a:pt x="314705" y="0"/>
                  </a:lnTo>
                  <a:lnTo>
                    <a:pt x="287238" y="1222"/>
                  </a:lnTo>
                  <a:lnTo>
                    <a:pt x="260508" y="4730"/>
                  </a:lnTo>
                  <a:lnTo>
                    <a:pt x="234588" y="10287"/>
                  </a:lnTo>
                  <a:lnTo>
                    <a:pt x="209550" y="17653"/>
                  </a:lnTo>
                </a:path>
                <a:path w="628650" h="628650">
                  <a:moveTo>
                    <a:pt x="99059" y="85725"/>
                  </a:moveTo>
                  <a:lnTo>
                    <a:pt x="65544" y="122799"/>
                  </a:lnTo>
                  <a:lnTo>
                    <a:pt x="38075" y="164940"/>
                  </a:lnTo>
                  <a:lnTo>
                    <a:pt x="17458" y="211390"/>
                  </a:lnTo>
                  <a:lnTo>
                    <a:pt x="4498" y="261395"/>
                  </a:lnTo>
                  <a:lnTo>
                    <a:pt x="0" y="314198"/>
                  </a:lnTo>
                  <a:lnTo>
                    <a:pt x="3416" y="360564"/>
                  </a:lnTo>
                  <a:lnTo>
                    <a:pt x="13337" y="404847"/>
                  </a:lnTo>
                  <a:lnTo>
                    <a:pt x="29271" y="446556"/>
                  </a:lnTo>
                  <a:lnTo>
                    <a:pt x="50726" y="485199"/>
                  </a:lnTo>
                  <a:lnTo>
                    <a:pt x="77211" y="520285"/>
                  </a:lnTo>
                  <a:lnTo>
                    <a:pt x="108233" y="551321"/>
                  </a:lnTo>
                  <a:lnTo>
                    <a:pt x="143301" y="577816"/>
                  </a:lnTo>
                  <a:lnTo>
                    <a:pt x="181924" y="599280"/>
                  </a:lnTo>
                  <a:lnTo>
                    <a:pt x="223608" y="615219"/>
                  </a:lnTo>
                  <a:lnTo>
                    <a:pt x="267864" y="625143"/>
                  </a:lnTo>
                  <a:lnTo>
                    <a:pt x="314198" y="628561"/>
                  </a:lnTo>
                </a:path>
              </a:pathLst>
            </a:custGeom>
            <a:ln w="792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8059013" y="2153513"/>
            <a:ext cx="636905" cy="646430"/>
            <a:chOff x="8059013" y="2153513"/>
            <a:chExt cx="636905" cy="646430"/>
          </a:xfrm>
        </p:grpSpPr>
        <p:sp>
          <p:nvSpPr>
            <p:cNvPr id="18" name="object 18"/>
            <p:cNvSpPr/>
            <p:nvPr/>
          </p:nvSpPr>
          <p:spPr>
            <a:xfrm>
              <a:off x="8105775" y="2200275"/>
              <a:ext cx="533400" cy="542925"/>
            </a:xfrm>
            <a:custGeom>
              <a:avLst/>
              <a:gdLst/>
              <a:ahLst/>
              <a:cxnLst/>
              <a:rect l="l" t="t" r="r" b="b"/>
              <a:pathLst>
                <a:path w="533400" h="542925">
                  <a:moveTo>
                    <a:pt x="267080" y="0"/>
                  </a:moveTo>
                  <a:lnTo>
                    <a:pt x="219021" y="4373"/>
                  </a:lnTo>
                  <a:lnTo>
                    <a:pt x="173808" y="16978"/>
                  </a:lnTo>
                  <a:lnTo>
                    <a:pt x="132192" y="37046"/>
                  </a:lnTo>
                  <a:lnTo>
                    <a:pt x="94923" y="63805"/>
                  </a:lnTo>
                  <a:lnTo>
                    <a:pt x="62749" y="96486"/>
                  </a:lnTo>
                  <a:lnTo>
                    <a:pt x="36420" y="134318"/>
                  </a:lnTo>
                  <a:lnTo>
                    <a:pt x="16686" y="176531"/>
                  </a:lnTo>
                  <a:lnTo>
                    <a:pt x="4296" y="222354"/>
                  </a:lnTo>
                  <a:lnTo>
                    <a:pt x="0" y="271018"/>
                  </a:lnTo>
                  <a:lnTo>
                    <a:pt x="4296" y="319945"/>
                  </a:lnTo>
                  <a:lnTo>
                    <a:pt x="16686" y="365974"/>
                  </a:lnTo>
                  <a:lnTo>
                    <a:pt x="36420" y="408342"/>
                  </a:lnTo>
                  <a:lnTo>
                    <a:pt x="62749" y="446285"/>
                  </a:lnTo>
                  <a:lnTo>
                    <a:pt x="94923" y="479041"/>
                  </a:lnTo>
                  <a:lnTo>
                    <a:pt x="132192" y="505845"/>
                  </a:lnTo>
                  <a:lnTo>
                    <a:pt x="173808" y="525936"/>
                  </a:lnTo>
                  <a:lnTo>
                    <a:pt x="219021" y="538550"/>
                  </a:lnTo>
                  <a:lnTo>
                    <a:pt x="267080" y="542925"/>
                  </a:lnTo>
                  <a:lnTo>
                    <a:pt x="314914" y="538550"/>
                  </a:lnTo>
                  <a:lnTo>
                    <a:pt x="359949" y="525936"/>
                  </a:lnTo>
                  <a:lnTo>
                    <a:pt x="401432" y="505845"/>
                  </a:lnTo>
                  <a:lnTo>
                    <a:pt x="438607" y="479041"/>
                  </a:lnTo>
                  <a:lnTo>
                    <a:pt x="470717" y="446285"/>
                  </a:lnTo>
                  <a:lnTo>
                    <a:pt x="497007" y="408342"/>
                  </a:lnTo>
                  <a:lnTo>
                    <a:pt x="516721" y="365974"/>
                  </a:lnTo>
                  <a:lnTo>
                    <a:pt x="529104" y="319945"/>
                  </a:lnTo>
                  <a:lnTo>
                    <a:pt x="533400" y="271018"/>
                  </a:lnTo>
                  <a:lnTo>
                    <a:pt x="529104" y="222354"/>
                  </a:lnTo>
                  <a:lnTo>
                    <a:pt x="516721" y="176531"/>
                  </a:lnTo>
                  <a:lnTo>
                    <a:pt x="497007" y="134318"/>
                  </a:lnTo>
                  <a:lnTo>
                    <a:pt x="470717" y="96486"/>
                  </a:lnTo>
                  <a:lnTo>
                    <a:pt x="438607" y="63805"/>
                  </a:lnTo>
                  <a:lnTo>
                    <a:pt x="401432" y="37046"/>
                  </a:lnTo>
                  <a:lnTo>
                    <a:pt x="359949" y="16978"/>
                  </a:lnTo>
                  <a:lnTo>
                    <a:pt x="314914" y="4373"/>
                  </a:lnTo>
                  <a:lnTo>
                    <a:pt x="267080" y="0"/>
                  </a:lnTo>
                  <a:close/>
                </a:path>
              </a:pathLst>
            </a:custGeom>
            <a:solidFill>
              <a:srgbClr val="F1A2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277225" y="2295525"/>
              <a:ext cx="190500" cy="352425"/>
            </a:xfrm>
            <a:custGeom>
              <a:avLst/>
              <a:gdLst/>
              <a:ahLst/>
              <a:cxnLst/>
              <a:rect l="l" t="t" r="r" b="b"/>
              <a:pathLst>
                <a:path w="190500" h="352425">
                  <a:moveTo>
                    <a:pt x="131064" y="0"/>
                  </a:moveTo>
                  <a:lnTo>
                    <a:pt x="59435" y="0"/>
                  </a:lnTo>
                  <a:lnTo>
                    <a:pt x="59435" y="22987"/>
                  </a:lnTo>
                  <a:lnTo>
                    <a:pt x="20700" y="22987"/>
                  </a:lnTo>
                  <a:lnTo>
                    <a:pt x="12751" y="24608"/>
                  </a:lnTo>
                  <a:lnTo>
                    <a:pt x="6159" y="29003"/>
                  </a:lnTo>
                  <a:lnTo>
                    <a:pt x="1662" y="35470"/>
                  </a:lnTo>
                  <a:lnTo>
                    <a:pt x="0" y="43306"/>
                  </a:lnTo>
                  <a:lnTo>
                    <a:pt x="0" y="332105"/>
                  </a:lnTo>
                  <a:lnTo>
                    <a:pt x="1662" y="339887"/>
                  </a:lnTo>
                  <a:lnTo>
                    <a:pt x="6159" y="346360"/>
                  </a:lnTo>
                  <a:lnTo>
                    <a:pt x="12751" y="350785"/>
                  </a:lnTo>
                  <a:lnTo>
                    <a:pt x="20700" y="352425"/>
                  </a:lnTo>
                  <a:lnTo>
                    <a:pt x="169799" y="352425"/>
                  </a:lnTo>
                  <a:lnTo>
                    <a:pt x="178123" y="350785"/>
                  </a:lnTo>
                  <a:lnTo>
                    <a:pt x="184673" y="346360"/>
                  </a:lnTo>
                  <a:lnTo>
                    <a:pt x="188565" y="340487"/>
                  </a:lnTo>
                  <a:lnTo>
                    <a:pt x="15494" y="340487"/>
                  </a:lnTo>
                  <a:lnTo>
                    <a:pt x="12065" y="337185"/>
                  </a:lnTo>
                  <a:lnTo>
                    <a:pt x="12065" y="39116"/>
                  </a:lnTo>
                  <a:lnTo>
                    <a:pt x="15494" y="34798"/>
                  </a:lnTo>
                  <a:lnTo>
                    <a:pt x="188516" y="34798"/>
                  </a:lnTo>
                  <a:lnTo>
                    <a:pt x="184673" y="29003"/>
                  </a:lnTo>
                  <a:lnTo>
                    <a:pt x="178123" y="24608"/>
                  </a:lnTo>
                  <a:lnTo>
                    <a:pt x="173711" y="23749"/>
                  </a:lnTo>
                  <a:lnTo>
                    <a:pt x="71500" y="23749"/>
                  </a:lnTo>
                  <a:lnTo>
                    <a:pt x="71500" y="11937"/>
                  </a:lnTo>
                  <a:lnTo>
                    <a:pt x="131064" y="11937"/>
                  </a:lnTo>
                  <a:lnTo>
                    <a:pt x="131064" y="0"/>
                  </a:lnTo>
                  <a:close/>
                </a:path>
                <a:path w="190500" h="352425">
                  <a:moveTo>
                    <a:pt x="188516" y="34798"/>
                  </a:moveTo>
                  <a:lnTo>
                    <a:pt x="175005" y="34798"/>
                  </a:lnTo>
                  <a:lnTo>
                    <a:pt x="179324" y="39116"/>
                  </a:lnTo>
                  <a:lnTo>
                    <a:pt x="179324" y="337185"/>
                  </a:lnTo>
                  <a:lnTo>
                    <a:pt x="175005" y="340487"/>
                  </a:lnTo>
                  <a:lnTo>
                    <a:pt x="188565" y="340487"/>
                  </a:lnTo>
                  <a:lnTo>
                    <a:pt x="188962" y="339887"/>
                  </a:lnTo>
                  <a:lnTo>
                    <a:pt x="190500" y="332105"/>
                  </a:lnTo>
                  <a:lnTo>
                    <a:pt x="190500" y="43306"/>
                  </a:lnTo>
                  <a:lnTo>
                    <a:pt x="188962" y="35470"/>
                  </a:lnTo>
                  <a:lnTo>
                    <a:pt x="188516" y="34798"/>
                  </a:lnTo>
                  <a:close/>
                </a:path>
                <a:path w="190500" h="352425">
                  <a:moveTo>
                    <a:pt x="131064" y="11937"/>
                  </a:moveTo>
                  <a:lnTo>
                    <a:pt x="118999" y="11937"/>
                  </a:lnTo>
                  <a:lnTo>
                    <a:pt x="118999" y="23749"/>
                  </a:lnTo>
                  <a:lnTo>
                    <a:pt x="173711" y="23749"/>
                  </a:lnTo>
                  <a:lnTo>
                    <a:pt x="169799" y="22987"/>
                  </a:lnTo>
                  <a:lnTo>
                    <a:pt x="131064" y="22987"/>
                  </a:lnTo>
                  <a:lnTo>
                    <a:pt x="131064" y="1193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24850" y="2390775"/>
              <a:ext cx="95250" cy="19050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8062976" y="2157476"/>
              <a:ext cx="628650" cy="638175"/>
            </a:xfrm>
            <a:custGeom>
              <a:avLst/>
              <a:gdLst/>
              <a:ahLst/>
              <a:cxnLst/>
              <a:rect l="l" t="t" r="r" b="b"/>
              <a:pathLst>
                <a:path w="628650" h="638175">
                  <a:moveTo>
                    <a:pt x="538479" y="542925"/>
                  </a:moveTo>
                  <a:lnTo>
                    <a:pt x="569218" y="505946"/>
                  </a:lnTo>
                  <a:lnTo>
                    <a:pt x="594250" y="464359"/>
                  </a:lnTo>
                  <a:lnTo>
                    <a:pt x="612930" y="418859"/>
                  </a:lnTo>
                  <a:lnTo>
                    <a:pt x="624612" y="370139"/>
                  </a:lnTo>
                  <a:lnTo>
                    <a:pt x="628650" y="318897"/>
                  </a:lnTo>
                  <a:lnTo>
                    <a:pt x="625245" y="271766"/>
                  </a:lnTo>
                  <a:lnTo>
                    <a:pt x="615355" y="226785"/>
                  </a:lnTo>
                  <a:lnTo>
                    <a:pt x="599466" y="184446"/>
                  </a:lnTo>
                  <a:lnTo>
                    <a:pt x="578063" y="145242"/>
                  </a:lnTo>
                  <a:lnTo>
                    <a:pt x="551634" y="109666"/>
                  </a:lnTo>
                  <a:lnTo>
                    <a:pt x="520663" y="78210"/>
                  </a:lnTo>
                  <a:lnTo>
                    <a:pt x="485637" y="51369"/>
                  </a:lnTo>
                  <a:lnTo>
                    <a:pt x="447043" y="29634"/>
                  </a:lnTo>
                  <a:lnTo>
                    <a:pt x="405365" y="13499"/>
                  </a:lnTo>
                  <a:lnTo>
                    <a:pt x="361091" y="3457"/>
                  </a:lnTo>
                  <a:lnTo>
                    <a:pt x="314705" y="0"/>
                  </a:lnTo>
                  <a:lnTo>
                    <a:pt x="287238" y="1240"/>
                  </a:lnTo>
                  <a:lnTo>
                    <a:pt x="260508" y="4873"/>
                  </a:lnTo>
                  <a:lnTo>
                    <a:pt x="234588" y="10769"/>
                  </a:lnTo>
                  <a:lnTo>
                    <a:pt x="209550" y="18796"/>
                  </a:lnTo>
                </a:path>
                <a:path w="628650" h="638175">
                  <a:moveTo>
                    <a:pt x="99059" y="85725"/>
                  </a:moveTo>
                  <a:lnTo>
                    <a:pt x="65544" y="123417"/>
                  </a:lnTo>
                  <a:lnTo>
                    <a:pt x="38075" y="166316"/>
                  </a:lnTo>
                  <a:lnTo>
                    <a:pt x="17458" y="213622"/>
                  </a:lnTo>
                  <a:lnTo>
                    <a:pt x="4498" y="264536"/>
                  </a:lnTo>
                  <a:lnTo>
                    <a:pt x="0" y="318262"/>
                  </a:lnTo>
                  <a:lnTo>
                    <a:pt x="3416" y="365416"/>
                  </a:lnTo>
                  <a:lnTo>
                    <a:pt x="13337" y="410462"/>
                  </a:lnTo>
                  <a:lnTo>
                    <a:pt x="29271" y="452898"/>
                  </a:lnTo>
                  <a:lnTo>
                    <a:pt x="50726" y="492222"/>
                  </a:lnTo>
                  <a:lnTo>
                    <a:pt x="77211" y="527931"/>
                  </a:lnTo>
                  <a:lnTo>
                    <a:pt x="108233" y="559525"/>
                  </a:lnTo>
                  <a:lnTo>
                    <a:pt x="143301" y="586500"/>
                  </a:lnTo>
                  <a:lnTo>
                    <a:pt x="181924" y="608354"/>
                  </a:lnTo>
                  <a:lnTo>
                    <a:pt x="223608" y="624586"/>
                  </a:lnTo>
                  <a:lnTo>
                    <a:pt x="267864" y="634694"/>
                  </a:lnTo>
                  <a:lnTo>
                    <a:pt x="314198" y="638175"/>
                  </a:lnTo>
                </a:path>
              </a:pathLst>
            </a:custGeom>
            <a:ln w="792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457999" y="1020038"/>
            <a:ext cx="636905" cy="636905"/>
            <a:chOff x="457999" y="1020038"/>
            <a:chExt cx="636905" cy="636905"/>
          </a:xfrm>
        </p:grpSpPr>
        <p:sp>
          <p:nvSpPr>
            <p:cNvPr id="23" name="object 23"/>
            <p:cNvSpPr/>
            <p:nvPr/>
          </p:nvSpPr>
          <p:spPr>
            <a:xfrm>
              <a:off x="502908" y="1066800"/>
              <a:ext cx="537845" cy="533400"/>
            </a:xfrm>
            <a:custGeom>
              <a:avLst/>
              <a:gdLst/>
              <a:ahLst/>
              <a:cxnLst/>
              <a:rect l="l" t="t" r="r" b="b"/>
              <a:pathLst>
                <a:path w="537844" h="533400">
                  <a:moveTo>
                    <a:pt x="268095" y="0"/>
                  </a:moveTo>
                  <a:lnTo>
                    <a:pt x="216610" y="4952"/>
                  </a:lnTo>
                  <a:lnTo>
                    <a:pt x="165619" y="20192"/>
                  </a:lnTo>
                  <a:lnTo>
                    <a:pt x="122682" y="42592"/>
                  </a:lnTo>
                  <a:lnTo>
                    <a:pt x="85500" y="71374"/>
                  </a:lnTo>
                  <a:lnTo>
                    <a:pt x="54477" y="105555"/>
                  </a:lnTo>
                  <a:lnTo>
                    <a:pt x="30014" y="144151"/>
                  </a:lnTo>
                  <a:lnTo>
                    <a:pt x="12512" y="186179"/>
                  </a:lnTo>
                  <a:lnTo>
                    <a:pt x="2373" y="230655"/>
                  </a:lnTo>
                  <a:lnTo>
                    <a:pt x="0" y="276595"/>
                  </a:lnTo>
                  <a:lnTo>
                    <a:pt x="5792" y="323016"/>
                  </a:lnTo>
                  <a:lnTo>
                    <a:pt x="20153" y="368935"/>
                  </a:lnTo>
                  <a:lnTo>
                    <a:pt x="42007" y="410355"/>
                  </a:lnTo>
                  <a:lnTo>
                    <a:pt x="69942" y="446416"/>
                  </a:lnTo>
                  <a:lnTo>
                    <a:pt x="103053" y="476746"/>
                  </a:lnTo>
                  <a:lnTo>
                    <a:pt x="140433" y="500979"/>
                  </a:lnTo>
                  <a:lnTo>
                    <a:pt x="181178" y="518745"/>
                  </a:lnTo>
                  <a:lnTo>
                    <a:pt x="224381" y="529674"/>
                  </a:lnTo>
                  <a:lnTo>
                    <a:pt x="269137" y="533400"/>
                  </a:lnTo>
                  <a:lnTo>
                    <a:pt x="294857" y="532173"/>
                  </a:lnTo>
                  <a:lnTo>
                    <a:pt x="346264" y="522148"/>
                  </a:lnTo>
                  <a:lnTo>
                    <a:pt x="414550" y="490807"/>
                  </a:lnTo>
                  <a:lnTo>
                    <a:pt x="451729" y="462025"/>
                  </a:lnTo>
                  <a:lnTo>
                    <a:pt x="482749" y="427844"/>
                  </a:lnTo>
                  <a:lnTo>
                    <a:pt x="507210" y="389248"/>
                  </a:lnTo>
                  <a:lnTo>
                    <a:pt x="524710" y="347220"/>
                  </a:lnTo>
                  <a:lnTo>
                    <a:pt x="534848" y="302744"/>
                  </a:lnTo>
                  <a:lnTo>
                    <a:pt x="537222" y="256804"/>
                  </a:lnTo>
                  <a:lnTo>
                    <a:pt x="531433" y="210383"/>
                  </a:lnTo>
                  <a:lnTo>
                    <a:pt x="517079" y="164464"/>
                  </a:lnTo>
                  <a:lnTo>
                    <a:pt x="495225" y="123044"/>
                  </a:lnTo>
                  <a:lnTo>
                    <a:pt x="467290" y="86983"/>
                  </a:lnTo>
                  <a:lnTo>
                    <a:pt x="434179" y="56653"/>
                  </a:lnTo>
                  <a:lnTo>
                    <a:pt x="396799" y="32420"/>
                  </a:lnTo>
                  <a:lnTo>
                    <a:pt x="356054" y="14654"/>
                  </a:lnTo>
                  <a:lnTo>
                    <a:pt x="312851" y="3725"/>
                  </a:lnTo>
                  <a:lnTo>
                    <a:pt x="268095" y="0"/>
                  </a:lnTo>
                  <a:close/>
                </a:path>
              </a:pathLst>
            </a:custGeom>
            <a:solidFill>
              <a:srgbClr val="2F46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00100" y="1209674"/>
              <a:ext cx="342900" cy="123825"/>
            </a:xfrm>
            <a:custGeom>
              <a:avLst/>
              <a:gdLst/>
              <a:ahLst/>
              <a:cxnLst/>
              <a:rect l="l" t="t" r="r" b="b"/>
              <a:pathLst>
                <a:path w="342900" h="123825">
                  <a:moveTo>
                    <a:pt x="304774" y="115316"/>
                  </a:moveTo>
                  <a:lnTo>
                    <a:pt x="273278" y="88493"/>
                  </a:lnTo>
                  <a:lnTo>
                    <a:pt x="206768" y="60629"/>
                  </a:lnTo>
                  <a:lnTo>
                    <a:pt x="171411" y="57150"/>
                  </a:lnTo>
                  <a:lnTo>
                    <a:pt x="136055" y="60629"/>
                  </a:lnTo>
                  <a:lnTo>
                    <a:pt x="101752" y="71081"/>
                  </a:lnTo>
                  <a:lnTo>
                    <a:pt x="69557" y="88493"/>
                  </a:lnTo>
                  <a:lnTo>
                    <a:pt x="40538" y="112903"/>
                  </a:lnTo>
                  <a:lnTo>
                    <a:pt x="38074" y="115316"/>
                  </a:lnTo>
                  <a:lnTo>
                    <a:pt x="38074" y="119634"/>
                  </a:lnTo>
                  <a:lnTo>
                    <a:pt x="41363" y="122936"/>
                  </a:lnTo>
                  <a:lnTo>
                    <a:pt x="43002" y="123825"/>
                  </a:lnTo>
                  <a:lnTo>
                    <a:pt x="46291" y="123825"/>
                  </a:lnTo>
                  <a:lnTo>
                    <a:pt x="47917" y="122936"/>
                  </a:lnTo>
                  <a:lnTo>
                    <a:pt x="75806" y="99174"/>
                  </a:lnTo>
                  <a:lnTo>
                    <a:pt x="105867" y="82753"/>
                  </a:lnTo>
                  <a:lnTo>
                    <a:pt x="137934" y="72885"/>
                  </a:lnTo>
                  <a:lnTo>
                    <a:pt x="171018" y="69596"/>
                  </a:lnTo>
                  <a:lnTo>
                    <a:pt x="204076" y="72885"/>
                  </a:lnTo>
                  <a:lnTo>
                    <a:pt x="236143" y="82753"/>
                  </a:lnTo>
                  <a:lnTo>
                    <a:pt x="266204" y="99174"/>
                  </a:lnTo>
                  <a:lnTo>
                    <a:pt x="293268" y="122174"/>
                  </a:lnTo>
                  <a:lnTo>
                    <a:pt x="294513" y="122936"/>
                  </a:lnTo>
                  <a:lnTo>
                    <a:pt x="296151" y="123444"/>
                  </a:lnTo>
                  <a:lnTo>
                    <a:pt x="299440" y="123444"/>
                  </a:lnTo>
                  <a:lnTo>
                    <a:pt x="301066" y="122936"/>
                  </a:lnTo>
                  <a:lnTo>
                    <a:pt x="302310" y="122174"/>
                  </a:lnTo>
                  <a:lnTo>
                    <a:pt x="304774" y="119634"/>
                  </a:lnTo>
                  <a:lnTo>
                    <a:pt x="304774" y="115316"/>
                  </a:lnTo>
                  <a:close/>
                </a:path>
                <a:path w="342900" h="123825">
                  <a:moveTo>
                    <a:pt x="342849" y="76835"/>
                  </a:moveTo>
                  <a:lnTo>
                    <a:pt x="304101" y="42545"/>
                  </a:lnTo>
                  <a:lnTo>
                    <a:pt x="263258" y="19240"/>
                  </a:lnTo>
                  <a:lnTo>
                    <a:pt x="218821" y="4902"/>
                  </a:lnTo>
                  <a:lnTo>
                    <a:pt x="171831" y="0"/>
                  </a:lnTo>
                  <a:lnTo>
                    <a:pt x="124714" y="4902"/>
                  </a:lnTo>
                  <a:lnTo>
                    <a:pt x="79997" y="19240"/>
                  </a:lnTo>
                  <a:lnTo>
                    <a:pt x="38874" y="42545"/>
                  </a:lnTo>
                  <a:lnTo>
                    <a:pt x="2489" y="74295"/>
                  </a:lnTo>
                  <a:lnTo>
                    <a:pt x="0" y="76835"/>
                  </a:lnTo>
                  <a:lnTo>
                    <a:pt x="0" y="80391"/>
                  </a:lnTo>
                  <a:lnTo>
                    <a:pt x="3721" y="84328"/>
                  </a:lnTo>
                  <a:lnTo>
                    <a:pt x="5397" y="85090"/>
                  </a:lnTo>
                  <a:lnTo>
                    <a:pt x="8496" y="85090"/>
                  </a:lnTo>
                  <a:lnTo>
                    <a:pt x="9956" y="84328"/>
                  </a:lnTo>
                  <a:lnTo>
                    <a:pt x="10769" y="83058"/>
                  </a:lnTo>
                  <a:lnTo>
                    <a:pt x="45504" y="53149"/>
                  </a:lnTo>
                  <a:lnTo>
                    <a:pt x="84455" y="31292"/>
                  </a:lnTo>
                  <a:lnTo>
                    <a:pt x="126822" y="17894"/>
                  </a:lnTo>
                  <a:lnTo>
                    <a:pt x="171831" y="13335"/>
                  </a:lnTo>
                  <a:lnTo>
                    <a:pt x="216357" y="17894"/>
                  </a:lnTo>
                  <a:lnTo>
                    <a:pt x="258483" y="31292"/>
                  </a:lnTo>
                  <a:lnTo>
                    <a:pt x="297332" y="53149"/>
                  </a:lnTo>
                  <a:lnTo>
                    <a:pt x="332054" y="83058"/>
                  </a:lnTo>
                  <a:lnTo>
                    <a:pt x="332892" y="84836"/>
                  </a:lnTo>
                  <a:lnTo>
                    <a:pt x="334543" y="85725"/>
                  </a:lnTo>
                  <a:lnTo>
                    <a:pt x="337870" y="85725"/>
                  </a:lnTo>
                  <a:lnTo>
                    <a:pt x="339521" y="84836"/>
                  </a:lnTo>
                  <a:lnTo>
                    <a:pt x="340360" y="83058"/>
                  </a:lnTo>
                  <a:lnTo>
                    <a:pt x="342849" y="80391"/>
                  </a:lnTo>
                  <a:lnTo>
                    <a:pt x="342849" y="7683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6300" y="1314450"/>
              <a:ext cx="199974" cy="142875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461962" y="1024001"/>
              <a:ext cx="628650" cy="628650"/>
            </a:xfrm>
            <a:custGeom>
              <a:avLst/>
              <a:gdLst/>
              <a:ahLst/>
              <a:cxnLst/>
              <a:rect l="l" t="t" r="r" b="b"/>
              <a:pathLst>
                <a:path w="628650" h="628650">
                  <a:moveTo>
                    <a:pt x="90055" y="533400"/>
                  </a:moveTo>
                  <a:lnTo>
                    <a:pt x="59353" y="497074"/>
                  </a:lnTo>
                  <a:lnTo>
                    <a:pt x="34353" y="456220"/>
                  </a:lnTo>
                  <a:lnTo>
                    <a:pt x="15697" y="411519"/>
                  </a:lnTo>
                  <a:lnTo>
                    <a:pt x="4031" y="363654"/>
                  </a:lnTo>
                  <a:lnTo>
                    <a:pt x="0" y="313309"/>
                  </a:lnTo>
                  <a:lnTo>
                    <a:pt x="3403" y="266995"/>
                  </a:lnTo>
                  <a:lnTo>
                    <a:pt x="13290" y="222797"/>
                  </a:lnTo>
                  <a:lnTo>
                    <a:pt x="29174" y="181197"/>
                  </a:lnTo>
                  <a:lnTo>
                    <a:pt x="50571" y="142680"/>
                  </a:lnTo>
                  <a:lnTo>
                    <a:pt x="76995" y="107728"/>
                  </a:lnTo>
                  <a:lnTo>
                    <a:pt x="107959" y="76827"/>
                  </a:lnTo>
                  <a:lnTo>
                    <a:pt x="142979" y="50459"/>
                  </a:lnTo>
                  <a:lnTo>
                    <a:pt x="181570" y="29109"/>
                  </a:lnTo>
                  <a:lnTo>
                    <a:pt x="223244" y="13259"/>
                  </a:lnTo>
                  <a:lnTo>
                    <a:pt x="267518" y="3395"/>
                  </a:lnTo>
                  <a:lnTo>
                    <a:pt x="313905" y="0"/>
                  </a:lnTo>
                  <a:lnTo>
                    <a:pt x="341336" y="1234"/>
                  </a:lnTo>
                  <a:lnTo>
                    <a:pt x="368061" y="4825"/>
                  </a:lnTo>
                  <a:lnTo>
                    <a:pt x="394001" y="10608"/>
                  </a:lnTo>
                  <a:lnTo>
                    <a:pt x="419074" y="18414"/>
                  </a:lnTo>
                </a:path>
                <a:path w="628650" h="628650">
                  <a:moveTo>
                    <a:pt x="529488" y="85725"/>
                  </a:moveTo>
                  <a:lnTo>
                    <a:pt x="563034" y="122799"/>
                  </a:lnTo>
                  <a:lnTo>
                    <a:pt x="590530" y="164940"/>
                  </a:lnTo>
                  <a:lnTo>
                    <a:pt x="611169" y="211390"/>
                  </a:lnTo>
                  <a:lnTo>
                    <a:pt x="624145" y="261395"/>
                  </a:lnTo>
                  <a:lnTo>
                    <a:pt x="628650" y="314198"/>
                  </a:lnTo>
                  <a:lnTo>
                    <a:pt x="625250" y="360563"/>
                  </a:lnTo>
                  <a:lnTo>
                    <a:pt x="615372" y="404844"/>
                  </a:lnTo>
                  <a:lnTo>
                    <a:pt x="599498" y="446549"/>
                  </a:lnTo>
                  <a:lnTo>
                    <a:pt x="578107" y="485188"/>
                  </a:lnTo>
                  <a:lnTo>
                    <a:pt x="551682" y="520268"/>
                  </a:lnTo>
                  <a:lnTo>
                    <a:pt x="520703" y="551299"/>
                  </a:lnTo>
                  <a:lnTo>
                    <a:pt x="485652" y="577790"/>
                  </a:lnTo>
                  <a:lnTo>
                    <a:pt x="447010" y="599248"/>
                  </a:lnTo>
                  <a:lnTo>
                    <a:pt x="405259" y="615184"/>
                  </a:lnTo>
                  <a:lnTo>
                    <a:pt x="360878" y="625106"/>
                  </a:lnTo>
                  <a:lnTo>
                    <a:pt x="314350" y="628523"/>
                  </a:lnTo>
                </a:path>
              </a:pathLst>
            </a:custGeom>
            <a:ln w="792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" name="object 27"/>
          <p:cNvGrpSpPr/>
          <p:nvPr/>
        </p:nvGrpSpPr>
        <p:grpSpPr>
          <a:xfrm>
            <a:off x="457999" y="3296513"/>
            <a:ext cx="636905" cy="636905"/>
            <a:chOff x="457999" y="3296513"/>
            <a:chExt cx="636905" cy="636905"/>
          </a:xfrm>
        </p:grpSpPr>
        <p:sp>
          <p:nvSpPr>
            <p:cNvPr id="28" name="object 28"/>
            <p:cNvSpPr/>
            <p:nvPr/>
          </p:nvSpPr>
          <p:spPr>
            <a:xfrm>
              <a:off x="504824" y="3343275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66293" y="0"/>
                  </a:moveTo>
                  <a:lnTo>
                    <a:pt x="218468" y="4295"/>
                  </a:lnTo>
                  <a:lnTo>
                    <a:pt x="173438" y="16678"/>
                  </a:lnTo>
                  <a:lnTo>
                    <a:pt x="131959" y="36392"/>
                  </a:lnTo>
                  <a:lnTo>
                    <a:pt x="94788" y="62682"/>
                  </a:lnTo>
                  <a:lnTo>
                    <a:pt x="62680" y="94792"/>
                  </a:lnTo>
                  <a:lnTo>
                    <a:pt x="36391" y="131967"/>
                  </a:lnTo>
                  <a:lnTo>
                    <a:pt x="16678" y="173450"/>
                  </a:lnTo>
                  <a:lnTo>
                    <a:pt x="4295" y="218485"/>
                  </a:lnTo>
                  <a:lnTo>
                    <a:pt x="0" y="266319"/>
                  </a:lnTo>
                  <a:lnTo>
                    <a:pt x="4295" y="314378"/>
                  </a:lnTo>
                  <a:lnTo>
                    <a:pt x="16678" y="359591"/>
                  </a:lnTo>
                  <a:lnTo>
                    <a:pt x="36391" y="401207"/>
                  </a:lnTo>
                  <a:lnTo>
                    <a:pt x="62680" y="438476"/>
                  </a:lnTo>
                  <a:lnTo>
                    <a:pt x="94788" y="470650"/>
                  </a:lnTo>
                  <a:lnTo>
                    <a:pt x="131959" y="496979"/>
                  </a:lnTo>
                  <a:lnTo>
                    <a:pt x="173438" y="516713"/>
                  </a:lnTo>
                  <a:lnTo>
                    <a:pt x="218468" y="529103"/>
                  </a:lnTo>
                  <a:lnTo>
                    <a:pt x="266293" y="533400"/>
                  </a:lnTo>
                  <a:lnTo>
                    <a:pt x="314360" y="529103"/>
                  </a:lnTo>
                  <a:lnTo>
                    <a:pt x="359579" y="516713"/>
                  </a:lnTo>
                  <a:lnTo>
                    <a:pt x="401199" y="496979"/>
                  </a:lnTo>
                  <a:lnTo>
                    <a:pt x="438472" y="470650"/>
                  </a:lnTo>
                  <a:lnTo>
                    <a:pt x="470648" y="438476"/>
                  </a:lnTo>
                  <a:lnTo>
                    <a:pt x="496978" y="401207"/>
                  </a:lnTo>
                  <a:lnTo>
                    <a:pt x="516713" y="359591"/>
                  </a:lnTo>
                  <a:lnTo>
                    <a:pt x="529103" y="314378"/>
                  </a:lnTo>
                  <a:lnTo>
                    <a:pt x="533400" y="266319"/>
                  </a:lnTo>
                  <a:lnTo>
                    <a:pt x="529103" y="218485"/>
                  </a:lnTo>
                  <a:lnTo>
                    <a:pt x="516713" y="173450"/>
                  </a:lnTo>
                  <a:lnTo>
                    <a:pt x="496978" y="131967"/>
                  </a:lnTo>
                  <a:lnTo>
                    <a:pt x="470648" y="94792"/>
                  </a:lnTo>
                  <a:lnTo>
                    <a:pt x="438472" y="62682"/>
                  </a:lnTo>
                  <a:lnTo>
                    <a:pt x="401199" y="36392"/>
                  </a:lnTo>
                  <a:lnTo>
                    <a:pt x="359579" y="16678"/>
                  </a:lnTo>
                  <a:lnTo>
                    <a:pt x="314360" y="4295"/>
                  </a:lnTo>
                  <a:lnTo>
                    <a:pt x="266293" y="0"/>
                  </a:lnTo>
                  <a:close/>
                </a:path>
              </a:pathLst>
            </a:custGeom>
            <a:solidFill>
              <a:srgbClr val="2F46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09600" y="3486149"/>
              <a:ext cx="304800" cy="247650"/>
            </a:xfrm>
            <a:custGeom>
              <a:avLst/>
              <a:gdLst/>
              <a:ahLst/>
              <a:cxnLst/>
              <a:rect l="l" t="t" r="r" b="b"/>
              <a:pathLst>
                <a:path w="304800" h="247650">
                  <a:moveTo>
                    <a:pt x="304774" y="10172"/>
                  </a:moveTo>
                  <a:lnTo>
                    <a:pt x="294779" y="10172"/>
                  </a:lnTo>
                  <a:lnTo>
                    <a:pt x="294779" y="164846"/>
                  </a:lnTo>
                  <a:lnTo>
                    <a:pt x="304774" y="164846"/>
                  </a:lnTo>
                  <a:lnTo>
                    <a:pt x="304774" y="10172"/>
                  </a:lnTo>
                  <a:close/>
                </a:path>
                <a:path w="304800" h="247650">
                  <a:moveTo>
                    <a:pt x="304774" y="0"/>
                  </a:moveTo>
                  <a:lnTo>
                    <a:pt x="70777" y="0"/>
                  </a:lnTo>
                  <a:lnTo>
                    <a:pt x="70777" y="10160"/>
                  </a:lnTo>
                  <a:lnTo>
                    <a:pt x="70777" y="36830"/>
                  </a:lnTo>
                  <a:lnTo>
                    <a:pt x="35814" y="36830"/>
                  </a:lnTo>
                  <a:lnTo>
                    <a:pt x="35814" y="46990"/>
                  </a:lnTo>
                  <a:lnTo>
                    <a:pt x="35814" y="72390"/>
                  </a:lnTo>
                  <a:lnTo>
                    <a:pt x="0" y="72390"/>
                  </a:lnTo>
                  <a:lnTo>
                    <a:pt x="0" y="82550"/>
                  </a:lnTo>
                  <a:lnTo>
                    <a:pt x="0" y="237490"/>
                  </a:lnTo>
                  <a:lnTo>
                    <a:pt x="0" y="247650"/>
                  </a:lnTo>
                  <a:lnTo>
                    <a:pt x="233984" y="247650"/>
                  </a:lnTo>
                  <a:lnTo>
                    <a:pt x="233984" y="237490"/>
                  </a:lnTo>
                  <a:lnTo>
                    <a:pt x="233984" y="211328"/>
                  </a:lnTo>
                  <a:lnTo>
                    <a:pt x="223151" y="211328"/>
                  </a:lnTo>
                  <a:lnTo>
                    <a:pt x="223151" y="237490"/>
                  </a:lnTo>
                  <a:lnTo>
                    <a:pt x="9994" y="237490"/>
                  </a:lnTo>
                  <a:lnTo>
                    <a:pt x="9994" y="82550"/>
                  </a:lnTo>
                  <a:lnTo>
                    <a:pt x="35814" y="82550"/>
                  </a:lnTo>
                  <a:lnTo>
                    <a:pt x="35814" y="200660"/>
                  </a:lnTo>
                  <a:lnTo>
                    <a:pt x="35814" y="210820"/>
                  </a:lnTo>
                  <a:lnTo>
                    <a:pt x="268960" y="210820"/>
                  </a:lnTo>
                  <a:lnTo>
                    <a:pt x="268960" y="201168"/>
                  </a:lnTo>
                  <a:lnTo>
                    <a:pt x="268960" y="200660"/>
                  </a:lnTo>
                  <a:lnTo>
                    <a:pt x="268960" y="175260"/>
                  </a:lnTo>
                  <a:lnTo>
                    <a:pt x="304774" y="175260"/>
                  </a:lnTo>
                  <a:lnTo>
                    <a:pt x="304774" y="165100"/>
                  </a:lnTo>
                  <a:lnTo>
                    <a:pt x="258965" y="165100"/>
                  </a:lnTo>
                  <a:lnTo>
                    <a:pt x="258965" y="175260"/>
                  </a:lnTo>
                  <a:lnTo>
                    <a:pt x="258965" y="200660"/>
                  </a:lnTo>
                  <a:lnTo>
                    <a:pt x="45808" y="200660"/>
                  </a:lnTo>
                  <a:lnTo>
                    <a:pt x="45808" y="82550"/>
                  </a:lnTo>
                  <a:lnTo>
                    <a:pt x="45808" y="72390"/>
                  </a:lnTo>
                  <a:lnTo>
                    <a:pt x="45808" y="46990"/>
                  </a:lnTo>
                  <a:lnTo>
                    <a:pt x="70777" y="46990"/>
                  </a:lnTo>
                  <a:lnTo>
                    <a:pt x="70777" y="165100"/>
                  </a:lnTo>
                  <a:lnTo>
                    <a:pt x="70777" y="175260"/>
                  </a:lnTo>
                  <a:lnTo>
                    <a:pt x="258965" y="175260"/>
                  </a:lnTo>
                  <a:lnTo>
                    <a:pt x="258965" y="165100"/>
                  </a:lnTo>
                  <a:lnTo>
                    <a:pt x="81610" y="165100"/>
                  </a:lnTo>
                  <a:lnTo>
                    <a:pt x="81610" y="46990"/>
                  </a:lnTo>
                  <a:lnTo>
                    <a:pt x="81610" y="36830"/>
                  </a:lnTo>
                  <a:lnTo>
                    <a:pt x="81610" y="10160"/>
                  </a:lnTo>
                  <a:lnTo>
                    <a:pt x="304774" y="10160"/>
                  </a:lnTo>
                  <a:lnTo>
                    <a:pt x="3047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61962" y="3300476"/>
              <a:ext cx="628650" cy="628650"/>
            </a:xfrm>
            <a:custGeom>
              <a:avLst/>
              <a:gdLst/>
              <a:ahLst/>
              <a:cxnLst/>
              <a:rect l="l" t="t" r="r" b="b"/>
              <a:pathLst>
                <a:path w="628650" h="628650">
                  <a:moveTo>
                    <a:pt x="90055" y="533273"/>
                  </a:moveTo>
                  <a:lnTo>
                    <a:pt x="59353" y="497009"/>
                  </a:lnTo>
                  <a:lnTo>
                    <a:pt x="34353" y="456193"/>
                  </a:lnTo>
                  <a:lnTo>
                    <a:pt x="15697" y="411511"/>
                  </a:lnTo>
                  <a:lnTo>
                    <a:pt x="4031" y="363653"/>
                  </a:lnTo>
                  <a:lnTo>
                    <a:pt x="0" y="313309"/>
                  </a:lnTo>
                  <a:lnTo>
                    <a:pt x="3403" y="266995"/>
                  </a:lnTo>
                  <a:lnTo>
                    <a:pt x="13290" y="222797"/>
                  </a:lnTo>
                  <a:lnTo>
                    <a:pt x="29174" y="181197"/>
                  </a:lnTo>
                  <a:lnTo>
                    <a:pt x="50571" y="142680"/>
                  </a:lnTo>
                  <a:lnTo>
                    <a:pt x="76995" y="107728"/>
                  </a:lnTo>
                  <a:lnTo>
                    <a:pt x="107959" y="76827"/>
                  </a:lnTo>
                  <a:lnTo>
                    <a:pt x="142979" y="50459"/>
                  </a:lnTo>
                  <a:lnTo>
                    <a:pt x="181570" y="29109"/>
                  </a:lnTo>
                  <a:lnTo>
                    <a:pt x="223244" y="13259"/>
                  </a:lnTo>
                  <a:lnTo>
                    <a:pt x="267518" y="3395"/>
                  </a:lnTo>
                  <a:lnTo>
                    <a:pt x="313905" y="0"/>
                  </a:lnTo>
                  <a:lnTo>
                    <a:pt x="341336" y="1222"/>
                  </a:lnTo>
                  <a:lnTo>
                    <a:pt x="368061" y="4730"/>
                  </a:lnTo>
                  <a:lnTo>
                    <a:pt x="394001" y="10287"/>
                  </a:lnTo>
                  <a:lnTo>
                    <a:pt x="419074" y="17653"/>
                  </a:lnTo>
                </a:path>
                <a:path w="628650" h="628650">
                  <a:moveTo>
                    <a:pt x="529488" y="85725"/>
                  </a:moveTo>
                  <a:lnTo>
                    <a:pt x="563034" y="122799"/>
                  </a:lnTo>
                  <a:lnTo>
                    <a:pt x="590530" y="164940"/>
                  </a:lnTo>
                  <a:lnTo>
                    <a:pt x="611169" y="211390"/>
                  </a:lnTo>
                  <a:lnTo>
                    <a:pt x="624145" y="261395"/>
                  </a:lnTo>
                  <a:lnTo>
                    <a:pt x="628650" y="314198"/>
                  </a:lnTo>
                  <a:lnTo>
                    <a:pt x="625250" y="360564"/>
                  </a:lnTo>
                  <a:lnTo>
                    <a:pt x="615372" y="404847"/>
                  </a:lnTo>
                  <a:lnTo>
                    <a:pt x="599498" y="446556"/>
                  </a:lnTo>
                  <a:lnTo>
                    <a:pt x="578107" y="485199"/>
                  </a:lnTo>
                  <a:lnTo>
                    <a:pt x="551682" y="520285"/>
                  </a:lnTo>
                  <a:lnTo>
                    <a:pt x="520703" y="551321"/>
                  </a:lnTo>
                  <a:lnTo>
                    <a:pt x="485652" y="577816"/>
                  </a:lnTo>
                  <a:lnTo>
                    <a:pt x="447010" y="599280"/>
                  </a:lnTo>
                  <a:lnTo>
                    <a:pt x="405259" y="615219"/>
                  </a:lnTo>
                  <a:lnTo>
                    <a:pt x="360878" y="625143"/>
                  </a:lnTo>
                  <a:lnTo>
                    <a:pt x="314350" y="628561"/>
                  </a:lnTo>
                </a:path>
              </a:pathLst>
            </a:custGeom>
            <a:ln w="792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1" name="object 31"/>
          <p:cNvGrpSpPr/>
          <p:nvPr/>
        </p:nvGrpSpPr>
        <p:grpSpPr>
          <a:xfrm>
            <a:off x="457999" y="2153513"/>
            <a:ext cx="636905" cy="646430"/>
            <a:chOff x="457999" y="2153513"/>
            <a:chExt cx="636905" cy="646430"/>
          </a:xfrm>
        </p:grpSpPr>
        <p:sp>
          <p:nvSpPr>
            <p:cNvPr id="32" name="object 32"/>
            <p:cNvSpPr/>
            <p:nvPr/>
          </p:nvSpPr>
          <p:spPr>
            <a:xfrm>
              <a:off x="504824" y="2200275"/>
              <a:ext cx="533400" cy="542925"/>
            </a:xfrm>
            <a:custGeom>
              <a:avLst/>
              <a:gdLst/>
              <a:ahLst/>
              <a:cxnLst/>
              <a:rect l="l" t="t" r="r" b="b"/>
              <a:pathLst>
                <a:path w="533400" h="542925">
                  <a:moveTo>
                    <a:pt x="266293" y="0"/>
                  </a:moveTo>
                  <a:lnTo>
                    <a:pt x="218468" y="4373"/>
                  </a:lnTo>
                  <a:lnTo>
                    <a:pt x="173438" y="16978"/>
                  </a:lnTo>
                  <a:lnTo>
                    <a:pt x="131959" y="37046"/>
                  </a:lnTo>
                  <a:lnTo>
                    <a:pt x="94788" y="63805"/>
                  </a:lnTo>
                  <a:lnTo>
                    <a:pt x="62680" y="96486"/>
                  </a:lnTo>
                  <a:lnTo>
                    <a:pt x="36391" y="134318"/>
                  </a:lnTo>
                  <a:lnTo>
                    <a:pt x="16678" y="176531"/>
                  </a:lnTo>
                  <a:lnTo>
                    <a:pt x="4295" y="222354"/>
                  </a:lnTo>
                  <a:lnTo>
                    <a:pt x="0" y="271018"/>
                  </a:lnTo>
                  <a:lnTo>
                    <a:pt x="4295" y="319945"/>
                  </a:lnTo>
                  <a:lnTo>
                    <a:pt x="16678" y="365974"/>
                  </a:lnTo>
                  <a:lnTo>
                    <a:pt x="36391" y="408342"/>
                  </a:lnTo>
                  <a:lnTo>
                    <a:pt x="62680" y="446285"/>
                  </a:lnTo>
                  <a:lnTo>
                    <a:pt x="94788" y="479041"/>
                  </a:lnTo>
                  <a:lnTo>
                    <a:pt x="131959" y="505845"/>
                  </a:lnTo>
                  <a:lnTo>
                    <a:pt x="173438" y="525936"/>
                  </a:lnTo>
                  <a:lnTo>
                    <a:pt x="218468" y="538550"/>
                  </a:lnTo>
                  <a:lnTo>
                    <a:pt x="266293" y="542925"/>
                  </a:lnTo>
                  <a:lnTo>
                    <a:pt x="314360" y="538550"/>
                  </a:lnTo>
                  <a:lnTo>
                    <a:pt x="359579" y="525936"/>
                  </a:lnTo>
                  <a:lnTo>
                    <a:pt x="401199" y="505845"/>
                  </a:lnTo>
                  <a:lnTo>
                    <a:pt x="438472" y="479041"/>
                  </a:lnTo>
                  <a:lnTo>
                    <a:pt x="470648" y="446285"/>
                  </a:lnTo>
                  <a:lnTo>
                    <a:pt x="496978" y="408342"/>
                  </a:lnTo>
                  <a:lnTo>
                    <a:pt x="516713" y="365974"/>
                  </a:lnTo>
                  <a:lnTo>
                    <a:pt x="529103" y="319945"/>
                  </a:lnTo>
                  <a:lnTo>
                    <a:pt x="533400" y="271018"/>
                  </a:lnTo>
                  <a:lnTo>
                    <a:pt x="529103" y="222354"/>
                  </a:lnTo>
                  <a:lnTo>
                    <a:pt x="516713" y="176531"/>
                  </a:lnTo>
                  <a:lnTo>
                    <a:pt x="496978" y="134318"/>
                  </a:lnTo>
                  <a:lnTo>
                    <a:pt x="470648" y="96486"/>
                  </a:lnTo>
                  <a:lnTo>
                    <a:pt x="438472" y="63805"/>
                  </a:lnTo>
                  <a:lnTo>
                    <a:pt x="401199" y="37046"/>
                  </a:lnTo>
                  <a:lnTo>
                    <a:pt x="359579" y="16978"/>
                  </a:lnTo>
                  <a:lnTo>
                    <a:pt x="314360" y="4373"/>
                  </a:lnTo>
                  <a:lnTo>
                    <a:pt x="266293" y="0"/>
                  </a:lnTo>
                  <a:close/>
                </a:path>
              </a:pathLst>
            </a:custGeom>
            <a:solidFill>
              <a:srgbClr val="F1A2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4849" y="2390775"/>
              <a:ext cx="85725" cy="95250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628675" y="2324100"/>
              <a:ext cx="285750" cy="295275"/>
            </a:xfrm>
            <a:custGeom>
              <a:avLst/>
              <a:gdLst/>
              <a:ahLst/>
              <a:cxnLst/>
              <a:rect l="l" t="t" r="r" b="b"/>
              <a:pathLst>
                <a:path w="285750" h="295275">
                  <a:moveTo>
                    <a:pt x="207742" y="207772"/>
                  </a:moveTo>
                  <a:lnTo>
                    <a:pt x="192379" y="207772"/>
                  </a:lnTo>
                  <a:lnTo>
                    <a:pt x="274955" y="293624"/>
                  </a:lnTo>
                  <a:lnTo>
                    <a:pt x="276618" y="295275"/>
                  </a:lnTo>
                  <a:lnTo>
                    <a:pt x="282384" y="295275"/>
                  </a:lnTo>
                  <a:lnTo>
                    <a:pt x="283222" y="293624"/>
                  </a:lnTo>
                  <a:lnTo>
                    <a:pt x="285699" y="291973"/>
                  </a:lnTo>
                  <a:lnTo>
                    <a:pt x="285699" y="288670"/>
                  </a:lnTo>
                  <a:lnTo>
                    <a:pt x="283222" y="286131"/>
                  </a:lnTo>
                  <a:lnTo>
                    <a:pt x="207742" y="207772"/>
                  </a:lnTo>
                  <a:close/>
                </a:path>
                <a:path w="285750" h="295275">
                  <a:moveTo>
                    <a:pt x="117259" y="0"/>
                  </a:moveTo>
                  <a:lnTo>
                    <a:pt x="71757" y="9259"/>
                  </a:lnTo>
                  <a:lnTo>
                    <a:pt x="34469" y="34448"/>
                  </a:lnTo>
                  <a:lnTo>
                    <a:pt x="9261" y="71687"/>
                  </a:lnTo>
                  <a:lnTo>
                    <a:pt x="0" y="117093"/>
                  </a:lnTo>
                  <a:lnTo>
                    <a:pt x="9261" y="162875"/>
                  </a:lnTo>
                  <a:lnTo>
                    <a:pt x="34469" y="200072"/>
                  </a:lnTo>
                  <a:lnTo>
                    <a:pt x="71757" y="225053"/>
                  </a:lnTo>
                  <a:lnTo>
                    <a:pt x="117259" y="234187"/>
                  </a:lnTo>
                  <a:lnTo>
                    <a:pt x="137931" y="232382"/>
                  </a:lnTo>
                  <a:lnTo>
                    <a:pt x="157605" y="227171"/>
                  </a:lnTo>
                  <a:lnTo>
                    <a:pt x="165640" y="223519"/>
                  </a:lnTo>
                  <a:lnTo>
                    <a:pt x="117259" y="223519"/>
                  </a:lnTo>
                  <a:lnTo>
                    <a:pt x="76000" y="215124"/>
                  </a:lnTo>
                  <a:lnTo>
                    <a:pt x="42414" y="192262"/>
                  </a:lnTo>
                  <a:lnTo>
                    <a:pt x="19825" y="158422"/>
                  </a:lnTo>
                  <a:lnTo>
                    <a:pt x="11556" y="117093"/>
                  </a:lnTo>
                  <a:lnTo>
                    <a:pt x="19825" y="75904"/>
                  </a:lnTo>
                  <a:lnTo>
                    <a:pt x="42414" y="42370"/>
                  </a:lnTo>
                  <a:lnTo>
                    <a:pt x="76000" y="19813"/>
                  </a:lnTo>
                  <a:lnTo>
                    <a:pt x="117259" y="11556"/>
                  </a:lnTo>
                  <a:lnTo>
                    <a:pt x="166151" y="11556"/>
                  </a:lnTo>
                  <a:lnTo>
                    <a:pt x="162750" y="9259"/>
                  </a:lnTo>
                  <a:lnTo>
                    <a:pt x="117259" y="0"/>
                  </a:lnTo>
                  <a:close/>
                </a:path>
                <a:path w="285750" h="295275">
                  <a:moveTo>
                    <a:pt x="166151" y="11556"/>
                  </a:moveTo>
                  <a:lnTo>
                    <a:pt x="117259" y="11556"/>
                  </a:lnTo>
                  <a:lnTo>
                    <a:pt x="158628" y="19813"/>
                  </a:lnTo>
                  <a:lnTo>
                    <a:pt x="192495" y="42370"/>
                  </a:lnTo>
                  <a:lnTo>
                    <a:pt x="215373" y="75904"/>
                  </a:lnTo>
                  <a:lnTo>
                    <a:pt x="223773" y="117093"/>
                  </a:lnTo>
                  <a:lnTo>
                    <a:pt x="215373" y="158422"/>
                  </a:lnTo>
                  <a:lnTo>
                    <a:pt x="192495" y="192262"/>
                  </a:lnTo>
                  <a:lnTo>
                    <a:pt x="158628" y="215124"/>
                  </a:lnTo>
                  <a:lnTo>
                    <a:pt x="117259" y="223519"/>
                  </a:lnTo>
                  <a:lnTo>
                    <a:pt x="165640" y="223519"/>
                  </a:lnTo>
                  <a:lnTo>
                    <a:pt x="175886" y="218864"/>
                  </a:lnTo>
                  <a:lnTo>
                    <a:pt x="192379" y="207772"/>
                  </a:lnTo>
                  <a:lnTo>
                    <a:pt x="207742" y="207772"/>
                  </a:lnTo>
                  <a:lnTo>
                    <a:pt x="200647" y="200406"/>
                  </a:lnTo>
                  <a:lnTo>
                    <a:pt x="214651" y="182870"/>
                  </a:lnTo>
                  <a:lnTo>
                    <a:pt x="225285" y="162875"/>
                  </a:lnTo>
                  <a:lnTo>
                    <a:pt x="226673" y="158422"/>
                  </a:lnTo>
                  <a:lnTo>
                    <a:pt x="232129" y="140702"/>
                  </a:lnTo>
                  <a:lnTo>
                    <a:pt x="234518" y="117093"/>
                  </a:lnTo>
                  <a:lnTo>
                    <a:pt x="225252" y="71687"/>
                  </a:lnTo>
                  <a:lnTo>
                    <a:pt x="200039" y="34448"/>
                  </a:lnTo>
                  <a:lnTo>
                    <a:pt x="166151" y="1155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61962" y="2157476"/>
              <a:ext cx="628650" cy="638175"/>
            </a:xfrm>
            <a:custGeom>
              <a:avLst/>
              <a:gdLst/>
              <a:ahLst/>
              <a:cxnLst/>
              <a:rect l="l" t="t" r="r" b="b"/>
              <a:pathLst>
                <a:path w="628650" h="638175">
                  <a:moveTo>
                    <a:pt x="90055" y="542925"/>
                  </a:moveTo>
                  <a:lnTo>
                    <a:pt x="59353" y="505946"/>
                  </a:lnTo>
                  <a:lnTo>
                    <a:pt x="34353" y="464359"/>
                  </a:lnTo>
                  <a:lnTo>
                    <a:pt x="15697" y="418859"/>
                  </a:lnTo>
                  <a:lnTo>
                    <a:pt x="4031" y="370139"/>
                  </a:lnTo>
                  <a:lnTo>
                    <a:pt x="0" y="318897"/>
                  </a:lnTo>
                  <a:lnTo>
                    <a:pt x="3403" y="271766"/>
                  </a:lnTo>
                  <a:lnTo>
                    <a:pt x="13290" y="226785"/>
                  </a:lnTo>
                  <a:lnTo>
                    <a:pt x="29174" y="184446"/>
                  </a:lnTo>
                  <a:lnTo>
                    <a:pt x="50571" y="145242"/>
                  </a:lnTo>
                  <a:lnTo>
                    <a:pt x="76995" y="109666"/>
                  </a:lnTo>
                  <a:lnTo>
                    <a:pt x="107959" y="78210"/>
                  </a:lnTo>
                  <a:lnTo>
                    <a:pt x="142979" y="51369"/>
                  </a:lnTo>
                  <a:lnTo>
                    <a:pt x="181570" y="29634"/>
                  </a:lnTo>
                  <a:lnTo>
                    <a:pt x="223244" y="13499"/>
                  </a:lnTo>
                  <a:lnTo>
                    <a:pt x="267518" y="3457"/>
                  </a:lnTo>
                  <a:lnTo>
                    <a:pt x="313905" y="0"/>
                  </a:lnTo>
                  <a:lnTo>
                    <a:pt x="341336" y="1240"/>
                  </a:lnTo>
                  <a:lnTo>
                    <a:pt x="368061" y="4873"/>
                  </a:lnTo>
                  <a:lnTo>
                    <a:pt x="394001" y="10769"/>
                  </a:lnTo>
                  <a:lnTo>
                    <a:pt x="419074" y="18796"/>
                  </a:lnTo>
                </a:path>
                <a:path w="628650" h="638175">
                  <a:moveTo>
                    <a:pt x="529488" y="85725"/>
                  </a:moveTo>
                  <a:lnTo>
                    <a:pt x="563034" y="123417"/>
                  </a:lnTo>
                  <a:lnTo>
                    <a:pt x="590530" y="166316"/>
                  </a:lnTo>
                  <a:lnTo>
                    <a:pt x="611169" y="213622"/>
                  </a:lnTo>
                  <a:lnTo>
                    <a:pt x="624145" y="264536"/>
                  </a:lnTo>
                  <a:lnTo>
                    <a:pt x="628650" y="318262"/>
                  </a:lnTo>
                  <a:lnTo>
                    <a:pt x="625250" y="365416"/>
                  </a:lnTo>
                  <a:lnTo>
                    <a:pt x="615372" y="410462"/>
                  </a:lnTo>
                  <a:lnTo>
                    <a:pt x="599498" y="452898"/>
                  </a:lnTo>
                  <a:lnTo>
                    <a:pt x="578107" y="492222"/>
                  </a:lnTo>
                  <a:lnTo>
                    <a:pt x="551682" y="527931"/>
                  </a:lnTo>
                  <a:lnTo>
                    <a:pt x="520703" y="559525"/>
                  </a:lnTo>
                  <a:lnTo>
                    <a:pt x="485652" y="586500"/>
                  </a:lnTo>
                  <a:lnTo>
                    <a:pt x="447010" y="608354"/>
                  </a:lnTo>
                  <a:lnTo>
                    <a:pt x="405259" y="624586"/>
                  </a:lnTo>
                  <a:lnTo>
                    <a:pt x="360878" y="634694"/>
                  </a:lnTo>
                  <a:lnTo>
                    <a:pt x="314350" y="638175"/>
                  </a:lnTo>
                </a:path>
              </a:pathLst>
            </a:custGeom>
            <a:ln w="792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6" name="object 36"/>
          <p:cNvGrpSpPr/>
          <p:nvPr/>
        </p:nvGrpSpPr>
        <p:grpSpPr>
          <a:xfrm>
            <a:off x="2824226" y="1058138"/>
            <a:ext cx="3657600" cy="2961005"/>
            <a:chOff x="2824226" y="1058138"/>
            <a:chExt cx="3657600" cy="2961005"/>
          </a:xfrm>
        </p:grpSpPr>
        <p:sp>
          <p:nvSpPr>
            <p:cNvPr id="37" name="object 37"/>
            <p:cNvSpPr/>
            <p:nvPr/>
          </p:nvSpPr>
          <p:spPr>
            <a:xfrm>
              <a:off x="2824226" y="1062101"/>
              <a:ext cx="3505200" cy="2952750"/>
            </a:xfrm>
            <a:custGeom>
              <a:avLst/>
              <a:gdLst/>
              <a:ahLst/>
              <a:cxnLst/>
              <a:rect l="l" t="t" r="r" b="b"/>
              <a:pathLst>
                <a:path w="3505200" h="2952750">
                  <a:moveTo>
                    <a:pt x="798068" y="0"/>
                  </a:moveTo>
                  <a:lnTo>
                    <a:pt x="759037" y="29317"/>
                  </a:lnTo>
                  <a:lnTo>
                    <a:pt x="720916" y="59757"/>
                  </a:lnTo>
                  <a:lnTo>
                    <a:pt x="683729" y="91297"/>
                  </a:lnTo>
                  <a:lnTo>
                    <a:pt x="647502" y="123912"/>
                  </a:lnTo>
                  <a:lnTo>
                    <a:pt x="612260" y="157577"/>
                  </a:lnTo>
                  <a:lnTo>
                    <a:pt x="578027" y="192268"/>
                  </a:lnTo>
                  <a:lnTo>
                    <a:pt x="544828" y="227961"/>
                  </a:lnTo>
                  <a:lnTo>
                    <a:pt x="512690" y="264630"/>
                  </a:lnTo>
                  <a:lnTo>
                    <a:pt x="481637" y="302252"/>
                  </a:lnTo>
                  <a:lnTo>
                    <a:pt x="451694" y="340802"/>
                  </a:lnTo>
                  <a:lnTo>
                    <a:pt x="422886" y="380256"/>
                  </a:lnTo>
                  <a:lnTo>
                    <a:pt x="395239" y="420589"/>
                  </a:lnTo>
                  <a:lnTo>
                    <a:pt x="368777" y="461777"/>
                  </a:lnTo>
                  <a:lnTo>
                    <a:pt x="343526" y="503794"/>
                  </a:lnTo>
                  <a:lnTo>
                    <a:pt x="319511" y="546618"/>
                  </a:lnTo>
                  <a:lnTo>
                    <a:pt x="296756" y="590223"/>
                  </a:lnTo>
                  <a:lnTo>
                    <a:pt x="275288" y="634585"/>
                  </a:lnTo>
                  <a:lnTo>
                    <a:pt x="255131" y="679680"/>
                  </a:lnTo>
                  <a:lnTo>
                    <a:pt x="236309" y="725482"/>
                  </a:lnTo>
                  <a:lnTo>
                    <a:pt x="218850" y="771968"/>
                  </a:lnTo>
                  <a:lnTo>
                    <a:pt x="202776" y="819113"/>
                  </a:lnTo>
                  <a:lnTo>
                    <a:pt x="188115" y="866893"/>
                  </a:lnTo>
                  <a:lnTo>
                    <a:pt x="174889" y="915283"/>
                  </a:lnTo>
                  <a:lnTo>
                    <a:pt x="163126" y="964258"/>
                  </a:lnTo>
                  <a:lnTo>
                    <a:pt x="152850" y="1013795"/>
                  </a:lnTo>
                  <a:lnTo>
                    <a:pt x="144086" y="1063869"/>
                  </a:lnTo>
                  <a:lnTo>
                    <a:pt x="136859" y="1114455"/>
                  </a:lnTo>
                  <a:lnTo>
                    <a:pt x="131194" y="1165529"/>
                  </a:lnTo>
                  <a:lnTo>
                    <a:pt x="127117" y="1217067"/>
                  </a:lnTo>
                  <a:lnTo>
                    <a:pt x="124652" y="1269043"/>
                  </a:lnTo>
                  <a:lnTo>
                    <a:pt x="123825" y="1321435"/>
                  </a:lnTo>
                  <a:lnTo>
                    <a:pt x="124519" y="1369552"/>
                  </a:lnTo>
                  <a:lnTo>
                    <a:pt x="126589" y="1417323"/>
                  </a:lnTo>
                  <a:lnTo>
                    <a:pt x="130015" y="1464728"/>
                  </a:lnTo>
                  <a:lnTo>
                    <a:pt x="134779" y="1511747"/>
                  </a:lnTo>
                  <a:lnTo>
                    <a:pt x="140861" y="1558363"/>
                  </a:lnTo>
                  <a:lnTo>
                    <a:pt x="148243" y="1604555"/>
                  </a:lnTo>
                  <a:lnTo>
                    <a:pt x="156904" y="1650304"/>
                  </a:lnTo>
                  <a:lnTo>
                    <a:pt x="166827" y="1695593"/>
                  </a:lnTo>
                  <a:lnTo>
                    <a:pt x="177992" y="1740400"/>
                  </a:lnTo>
                  <a:lnTo>
                    <a:pt x="190380" y="1784708"/>
                  </a:lnTo>
                  <a:lnTo>
                    <a:pt x="203972" y="1828497"/>
                  </a:lnTo>
                  <a:lnTo>
                    <a:pt x="218748" y="1871749"/>
                  </a:lnTo>
                  <a:lnTo>
                    <a:pt x="234690" y="1914443"/>
                  </a:lnTo>
                  <a:lnTo>
                    <a:pt x="251779" y="1956562"/>
                  </a:lnTo>
                  <a:lnTo>
                    <a:pt x="269995" y="1998085"/>
                  </a:lnTo>
                  <a:lnTo>
                    <a:pt x="289320" y="2038994"/>
                  </a:lnTo>
                  <a:lnTo>
                    <a:pt x="309734" y="2079270"/>
                  </a:lnTo>
                  <a:lnTo>
                    <a:pt x="331218" y="2118894"/>
                  </a:lnTo>
                  <a:lnTo>
                    <a:pt x="353754" y="2157846"/>
                  </a:lnTo>
                  <a:lnTo>
                    <a:pt x="377321" y="2196108"/>
                  </a:lnTo>
                  <a:lnTo>
                    <a:pt x="401902" y="2233660"/>
                  </a:lnTo>
                  <a:lnTo>
                    <a:pt x="427476" y="2270484"/>
                  </a:lnTo>
                  <a:lnTo>
                    <a:pt x="454025" y="2306560"/>
                  </a:lnTo>
                  <a:lnTo>
                    <a:pt x="481530" y="2341869"/>
                  </a:lnTo>
                  <a:lnTo>
                    <a:pt x="509972" y="2376392"/>
                  </a:lnTo>
                  <a:lnTo>
                    <a:pt x="539331" y="2410110"/>
                  </a:lnTo>
                  <a:lnTo>
                    <a:pt x="569588" y="2443004"/>
                  </a:lnTo>
                  <a:lnTo>
                    <a:pt x="600725" y="2475055"/>
                  </a:lnTo>
                  <a:lnTo>
                    <a:pt x="632723" y="2506244"/>
                  </a:lnTo>
                  <a:lnTo>
                    <a:pt x="665561" y="2536551"/>
                  </a:lnTo>
                  <a:lnTo>
                    <a:pt x="699222" y="2565958"/>
                  </a:lnTo>
                  <a:lnTo>
                    <a:pt x="733685" y="2594445"/>
                  </a:lnTo>
                  <a:lnTo>
                    <a:pt x="768933" y="2621994"/>
                  </a:lnTo>
                  <a:lnTo>
                    <a:pt x="804945" y="2648586"/>
                  </a:lnTo>
                  <a:lnTo>
                    <a:pt x="841703" y="2674200"/>
                  </a:lnTo>
                  <a:lnTo>
                    <a:pt x="879188" y="2698819"/>
                  </a:lnTo>
                  <a:lnTo>
                    <a:pt x="917380" y="2722423"/>
                  </a:lnTo>
                  <a:lnTo>
                    <a:pt x="956261" y="2744993"/>
                  </a:lnTo>
                  <a:lnTo>
                    <a:pt x="995812" y="2766510"/>
                  </a:lnTo>
                  <a:lnTo>
                    <a:pt x="1036012" y="2786954"/>
                  </a:lnTo>
                  <a:lnTo>
                    <a:pt x="1076844" y="2806308"/>
                  </a:lnTo>
                  <a:lnTo>
                    <a:pt x="1118288" y="2824551"/>
                  </a:lnTo>
                  <a:lnTo>
                    <a:pt x="1160325" y="2841665"/>
                  </a:lnTo>
                  <a:lnTo>
                    <a:pt x="1202936" y="2857630"/>
                  </a:lnTo>
                  <a:lnTo>
                    <a:pt x="1246102" y="2872428"/>
                  </a:lnTo>
                  <a:lnTo>
                    <a:pt x="1289804" y="2886039"/>
                  </a:lnTo>
                  <a:lnTo>
                    <a:pt x="1334022" y="2898444"/>
                  </a:lnTo>
                  <a:lnTo>
                    <a:pt x="1378739" y="2909625"/>
                  </a:lnTo>
                  <a:lnTo>
                    <a:pt x="1423933" y="2919561"/>
                  </a:lnTo>
                  <a:lnTo>
                    <a:pt x="1469587" y="2928235"/>
                  </a:lnTo>
                  <a:lnTo>
                    <a:pt x="1515682" y="2935627"/>
                  </a:lnTo>
                  <a:lnTo>
                    <a:pt x="1562197" y="2941717"/>
                  </a:lnTo>
                  <a:lnTo>
                    <a:pt x="1609115" y="2946487"/>
                  </a:lnTo>
                  <a:lnTo>
                    <a:pt x="1656416" y="2949918"/>
                  </a:lnTo>
                  <a:lnTo>
                    <a:pt x="1704082" y="2951991"/>
                  </a:lnTo>
                  <a:lnTo>
                    <a:pt x="1752091" y="2952686"/>
                  </a:lnTo>
                  <a:lnTo>
                    <a:pt x="1800148" y="2951991"/>
                  </a:lnTo>
                  <a:lnTo>
                    <a:pt x="1847858" y="2949918"/>
                  </a:lnTo>
                  <a:lnTo>
                    <a:pt x="1895203" y="2946487"/>
                  </a:lnTo>
                  <a:lnTo>
                    <a:pt x="1942163" y="2941717"/>
                  </a:lnTo>
                  <a:lnTo>
                    <a:pt x="1988719" y="2935627"/>
                  </a:lnTo>
                  <a:lnTo>
                    <a:pt x="2034852" y="2928235"/>
                  </a:lnTo>
                  <a:lnTo>
                    <a:pt x="2080543" y="2919561"/>
                  </a:lnTo>
                  <a:lnTo>
                    <a:pt x="2125774" y="2909625"/>
                  </a:lnTo>
                  <a:lnTo>
                    <a:pt x="2170524" y="2898444"/>
                  </a:lnTo>
                  <a:lnTo>
                    <a:pt x="2214775" y="2886039"/>
                  </a:lnTo>
                  <a:lnTo>
                    <a:pt x="2258509" y="2872428"/>
                  </a:lnTo>
                  <a:lnTo>
                    <a:pt x="2301705" y="2857630"/>
                  </a:lnTo>
                  <a:lnTo>
                    <a:pt x="2344344" y="2841665"/>
                  </a:lnTo>
                  <a:lnTo>
                    <a:pt x="2386409" y="2824551"/>
                  </a:lnTo>
                  <a:lnTo>
                    <a:pt x="2427879" y="2806308"/>
                  </a:lnTo>
                  <a:lnTo>
                    <a:pt x="2468736" y="2786954"/>
                  </a:lnTo>
                  <a:lnTo>
                    <a:pt x="2508960" y="2766510"/>
                  </a:lnTo>
                  <a:lnTo>
                    <a:pt x="2548533" y="2744993"/>
                  </a:lnTo>
                  <a:lnTo>
                    <a:pt x="2587435" y="2722423"/>
                  </a:lnTo>
                  <a:lnTo>
                    <a:pt x="2625648" y="2698819"/>
                  </a:lnTo>
                  <a:lnTo>
                    <a:pt x="2663152" y="2674200"/>
                  </a:lnTo>
                  <a:lnTo>
                    <a:pt x="2699928" y="2648586"/>
                  </a:lnTo>
                  <a:lnTo>
                    <a:pt x="2735957" y="2621994"/>
                  </a:lnTo>
                  <a:lnTo>
                    <a:pt x="2771221" y="2594445"/>
                  </a:lnTo>
                  <a:lnTo>
                    <a:pt x="2805700" y="2565958"/>
                  </a:lnTo>
                  <a:lnTo>
                    <a:pt x="2839374" y="2536551"/>
                  </a:lnTo>
                  <a:lnTo>
                    <a:pt x="2872226" y="2506244"/>
                  </a:lnTo>
                  <a:lnTo>
                    <a:pt x="2904235" y="2475055"/>
                  </a:lnTo>
                  <a:lnTo>
                    <a:pt x="2935384" y="2443004"/>
                  </a:lnTo>
                  <a:lnTo>
                    <a:pt x="2965652" y="2410110"/>
                  </a:lnTo>
                  <a:lnTo>
                    <a:pt x="2995021" y="2376392"/>
                  </a:lnTo>
                  <a:lnTo>
                    <a:pt x="3023472" y="2341869"/>
                  </a:lnTo>
                  <a:lnTo>
                    <a:pt x="3050985" y="2306560"/>
                  </a:lnTo>
                  <a:lnTo>
                    <a:pt x="3077542" y="2270484"/>
                  </a:lnTo>
                  <a:lnTo>
                    <a:pt x="3103123" y="2233660"/>
                  </a:lnTo>
                  <a:lnTo>
                    <a:pt x="3127710" y="2196108"/>
                  </a:lnTo>
                  <a:lnTo>
                    <a:pt x="3151284" y="2157846"/>
                  </a:lnTo>
                  <a:lnTo>
                    <a:pt x="3173824" y="2118894"/>
                  </a:lnTo>
                  <a:lnTo>
                    <a:pt x="3195313" y="2079270"/>
                  </a:lnTo>
                  <a:lnTo>
                    <a:pt x="3215731" y="2038994"/>
                  </a:lnTo>
                  <a:lnTo>
                    <a:pt x="3235060" y="1998085"/>
                  </a:lnTo>
                  <a:lnTo>
                    <a:pt x="3253279" y="1956562"/>
                  </a:lnTo>
                  <a:lnTo>
                    <a:pt x="3270371" y="1914443"/>
                  </a:lnTo>
                  <a:lnTo>
                    <a:pt x="3286315" y="1871749"/>
                  </a:lnTo>
                  <a:lnTo>
                    <a:pt x="3301094" y="1828497"/>
                  </a:lnTo>
                  <a:lnTo>
                    <a:pt x="3314687" y="1784708"/>
                  </a:lnTo>
                  <a:lnTo>
                    <a:pt x="3327076" y="1740400"/>
                  </a:lnTo>
                  <a:lnTo>
                    <a:pt x="3338242" y="1695593"/>
                  </a:lnTo>
                  <a:lnTo>
                    <a:pt x="3348166" y="1650304"/>
                  </a:lnTo>
                  <a:lnTo>
                    <a:pt x="3356828" y="1604555"/>
                  </a:lnTo>
                  <a:lnTo>
                    <a:pt x="3364210" y="1558363"/>
                  </a:lnTo>
                  <a:lnTo>
                    <a:pt x="3370293" y="1511747"/>
                  </a:lnTo>
                  <a:lnTo>
                    <a:pt x="3375057" y="1464728"/>
                  </a:lnTo>
                  <a:lnTo>
                    <a:pt x="3378483" y="1417323"/>
                  </a:lnTo>
                  <a:lnTo>
                    <a:pt x="3380553" y="1369552"/>
                  </a:lnTo>
                  <a:lnTo>
                    <a:pt x="3381248" y="1321435"/>
                  </a:lnTo>
                  <a:lnTo>
                    <a:pt x="3380420" y="1269041"/>
                  </a:lnTo>
                  <a:lnTo>
                    <a:pt x="3377955" y="1217056"/>
                  </a:lnTo>
                  <a:lnTo>
                    <a:pt x="3373877" y="1165507"/>
                  </a:lnTo>
                  <a:lnTo>
                    <a:pt x="3368212" y="1114416"/>
                  </a:lnTo>
                  <a:lnTo>
                    <a:pt x="3360983" y="1063811"/>
                  </a:lnTo>
                  <a:lnTo>
                    <a:pt x="3352217" y="1013715"/>
                  </a:lnTo>
                  <a:lnTo>
                    <a:pt x="3341937" y="964153"/>
                  </a:lnTo>
                  <a:lnTo>
                    <a:pt x="3330169" y="915151"/>
                  </a:lnTo>
                  <a:lnTo>
                    <a:pt x="3316939" y="866733"/>
                  </a:lnTo>
                  <a:lnTo>
                    <a:pt x="3302270" y="818925"/>
                  </a:lnTo>
                  <a:lnTo>
                    <a:pt x="3286188" y="771751"/>
                  </a:lnTo>
                  <a:lnTo>
                    <a:pt x="3268718" y="725237"/>
                  </a:lnTo>
                  <a:lnTo>
                    <a:pt x="3249885" y="679407"/>
                  </a:lnTo>
                  <a:lnTo>
                    <a:pt x="3229714" y="634287"/>
                  </a:lnTo>
                  <a:lnTo>
                    <a:pt x="3208229" y="589901"/>
                  </a:lnTo>
                  <a:lnTo>
                    <a:pt x="3185456" y="546274"/>
                  </a:lnTo>
                  <a:lnTo>
                    <a:pt x="3161420" y="503432"/>
                  </a:lnTo>
                  <a:lnTo>
                    <a:pt x="3136145" y="461399"/>
                  </a:lnTo>
                  <a:lnTo>
                    <a:pt x="3109657" y="420201"/>
                  </a:lnTo>
                  <a:lnTo>
                    <a:pt x="3081981" y="379862"/>
                  </a:lnTo>
                  <a:lnTo>
                    <a:pt x="3053141" y="340408"/>
                  </a:lnTo>
                  <a:lnTo>
                    <a:pt x="3023163" y="301862"/>
                  </a:lnTo>
                  <a:lnTo>
                    <a:pt x="2992071" y="264251"/>
                  </a:lnTo>
                  <a:lnTo>
                    <a:pt x="2959890" y="227600"/>
                  </a:lnTo>
                  <a:lnTo>
                    <a:pt x="2926646" y="191933"/>
                  </a:lnTo>
                  <a:lnTo>
                    <a:pt x="2892363" y="157275"/>
                  </a:lnTo>
                  <a:lnTo>
                    <a:pt x="2857066" y="123651"/>
                  </a:lnTo>
                  <a:lnTo>
                    <a:pt x="2820781" y="91087"/>
                  </a:lnTo>
                  <a:lnTo>
                    <a:pt x="2783532" y="59607"/>
                  </a:lnTo>
                  <a:lnTo>
                    <a:pt x="2745344" y="29236"/>
                  </a:lnTo>
                  <a:lnTo>
                    <a:pt x="2706243" y="0"/>
                  </a:lnTo>
                </a:path>
                <a:path w="3505200" h="2952750">
                  <a:moveTo>
                    <a:pt x="0" y="276225"/>
                  </a:moveTo>
                  <a:lnTo>
                    <a:pt x="504825" y="276225"/>
                  </a:lnTo>
                </a:path>
                <a:path w="3505200" h="2952750">
                  <a:moveTo>
                    <a:pt x="0" y="2600325"/>
                  </a:moveTo>
                  <a:lnTo>
                    <a:pt x="714375" y="2600325"/>
                  </a:lnTo>
                </a:path>
                <a:path w="3505200" h="2952750">
                  <a:moveTo>
                    <a:pt x="0" y="1438275"/>
                  </a:moveTo>
                  <a:lnTo>
                    <a:pt x="133350" y="1438275"/>
                  </a:lnTo>
                </a:path>
                <a:path w="3505200" h="2952750">
                  <a:moveTo>
                    <a:pt x="3505200" y="276225"/>
                  </a:moveTo>
                  <a:lnTo>
                    <a:pt x="3000375" y="276225"/>
                  </a:lnTo>
                </a:path>
                <a:path w="3505200" h="2952750">
                  <a:moveTo>
                    <a:pt x="3505200" y="2600325"/>
                  </a:moveTo>
                  <a:lnTo>
                    <a:pt x="2790825" y="2600325"/>
                  </a:lnTo>
                </a:path>
                <a:path w="3505200" h="2952750">
                  <a:moveTo>
                    <a:pt x="3505200" y="1438275"/>
                  </a:moveTo>
                  <a:lnTo>
                    <a:pt x="3371850" y="1438275"/>
                  </a:lnTo>
                </a:path>
              </a:pathLst>
            </a:custGeom>
            <a:ln w="792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619500" y="1543050"/>
              <a:ext cx="1905000" cy="1171575"/>
            </a:xfrm>
            <a:custGeom>
              <a:avLst/>
              <a:gdLst/>
              <a:ahLst/>
              <a:cxnLst/>
              <a:rect l="l" t="t" r="r" b="b"/>
              <a:pathLst>
                <a:path w="1905000" h="1171575">
                  <a:moveTo>
                    <a:pt x="1813433" y="0"/>
                  </a:moveTo>
                  <a:lnTo>
                    <a:pt x="91566" y="0"/>
                  </a:lnTo>
                  <a:lnTo>
                    <a:pt x="56149" y="7098"/>
                  </a:lnTo>
                  <a:lnTo>
                    <a:pt x="27019" y="26495"/>
                  </a:lnTo>
                  <a:lnTo>
                    <a:pt x="7270" y="55346"/>
                  </a:lnTo>
                  <a:lnTo>
                    <a:pt x="0" y="90804"/>
                  </a:lnTo>
                  <a:lnTo>
                    <a:pt x="0" y="1080770"/>
                  </a:lnTo>
                  <a:lnTo>
                    <a:pt x="7270" y="1116228"/>
                  </a:lnTo>
                  <a:lnTo>
                    <a:pt x="27019" y="1145079"/>
                  </a:lnTo>
                  <a:lnTo>
                    <a:pt x="56149" y="1164476"/>
                  </a:lnTo>
                  <a:lnTo>
                    <a:pt x="91566" y="1171575"/>
                  </a:lnTo>
                  <a:lnTo>
                    <a:pt x="1813433" y="1171575"/>
                  </a:lnTo>
                  <a:lnTo>
                    <a:pt x="1848850" y="1164476"/>
                  </a:lnTo>
                  <a:lnTo>
                    <a:pt x="1877980" y="1145079"/>
                  </a:lnTo>
                  <a:lnTo>
                    <a:pt x="1897729" y="1116228"/>
                  </a:lnTo>
                  <a:lnTo>
                    <a:pt x="1905000" y="1080770"/>
                  </a:lnTo>
                  <a:lnTo>
                    <a:pt x="1905000" y="90804"/>
                  </a:lnTo>
                  <a:lnTo>
                    <a:pt x="1897729" y="55346"/>
                  </a:lnTo>
                  <a:lnTo>
                    <a:pt x="1877980" y="26495"/>
                  </a:lnTo>
                  <a:lnTo>
                    <a:pt x="1848850" y="7098"/>
                  </a:lnTo>
                  <a:lnTo>
                    <a:pt x="1813433" y="0"/>
                  </a:lnTo>
                  <a:close/>
                </a:path>
              </a:pathLst>
            </a:custGeom>
            <a:solidFill>
              <a:srgbClr val="2F46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352000" y="2681351"/>
              <a:ext cx="2449830" cy="457200"/>
            </a:xfrm>
            <a:custGeom>
              <a:avLst/>
              <a:gdLst/>
              <a:ahLst/>
              <a:cxnLst/>
              <a:rect l="l" t="t" r="r" b="b"/>
              <a:pathLst>
                <a:path w="2449829" h="457200">
                  <a:moveTo>
                    <a:pt x="2080043" y="0"/>
                  </a:moveTo>
                  <a:lnTo>
                    <a:pt x="369480" y="0"/>
                  </a:lnTo>
                  <a:lnTo>
                    <a:pt x="332545" y="2956"/>
                  </a:lnTo>
                  <a:lnTo>
                    <a:pt x="271629" y="22824"/>
                  </a:lnTo>
                  <a:lnTo>
                    <a:pt x="37" y="420750"/>
                  </a:lnTo>
                  <a:lnTo>
                    <a:pt x="0" y="434643"/>
                  </a:lnTo>
                  <a:lnTo>
                    <a:pt x="18024" y="446262"/>
                  </a:lnTo>
                  <a:lnTo>
                    <a:pt x="51026" y="454237"/>
                  </a:lnTo>
                  <a:lnTo>
                    <a:pt x="95922" y="457200"/>
                  </a:lnTo>
                  <a:lnTo>
                    <a:pt x="2354490" y="457200"/>
                  </a:lnTo>
                  <a:lnTo>
                    <a:pt x="2398891" y="454237"/>
                  </a:lnTo>
                  <a:lnTo>
                    <a:pt x="2431659" y="446262"/>
                  </a:lnTo>
                  <a:lnTo>
                    <a:pt x="2449591" y="434643"/>
                  </a:lnTo>
                  <a:lnTo>
                    <a:pt x="2449486" y="420750"/>
                  </a:lnTo>
                  <a:lnTo>
                    <a:pt x="2194470" y="37211"/>
                  </a:lnTo>
                  <a:lnTo>
                    <a:pt x="2151163" y="10985"/>
                  </a:lnTo>
                  <a:lnTo>
                    <a:pt x="208004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352000" y="2681351"/>
              <a:ext cx="2449830" cy="457200"/>
            </a:xfrm>
            <a:custGeom>
              <a:avLst/>
              <a:gdLst/>
              <a:ahLst/>
              <a:cxnLst/>
              <a:rect l="l" t="t" r="r" b="b"/>
              <a:pathLst>
                <a:path w="2449829" h="457200">
                  <a:moveTo>
                    <a:pt x="369480" y="0"/>
                  </a:moveTo>
                  <a:lnTo>
                    <a:pt x="298694" y="10985"/>
                  </a:lnTo>
                  <a:lnTo>
                    <a:pt x="255053" y="37211"/>
                  </a:lnTo>
                  <a:lnTo>
                    <a:pt x="37" y="420750"/>
                  </a:lnTo>
                  <a:lnTo>
                    <a:pt x="0" y="434643"/>
                  </a:lnTo>
                  <a:lnTo>
                    <a:pt x="18024" y="446262"/>
                  </a:lnTo>
                  <a:lnTo>
                    <a:pt x="51026" y="454237"/>
                  </a:lnTo>
                  <a:lnTo>
                    <a:pt x="95922" y="457200"/>
                  </a:lnTo>
                  <a:lnTo>
                    <a:pt x="2354490" y="457200"/>
                  </a:lnTo>
                  <a:lnTo>
                    <a:pt x="2398891" y="454237"/>
                  </a:lnTo>
                  <a:lnTo>
                    <a:pt x="2431659" y="446262"/>
                  </a:lnTo>
                  <a:lnTo>
                    <a:pt x="2449591" y="434643"/>
                  </a:lnTo>
                  <a:lnTo>
                    <a:pt x="2449486" y="420750"/>
                  </a:lnTo>
                  <a:lnTo>
                    <a:pt x="2194470" y="37211"/>
                  </a:lnTo>
                  <a:lnTo>
                    <a:pt x="2151163" y="10985"/>
                  </a:lnTo>
                  <a:lnTo>
                    <a:pt x="2080043" y="0"/>
                  </a:lnTo>
                  <a:lnTo>
                    <a:pt x="369480" y="0"/>
                  </a:lnTo>
                  <a:close/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346704" y="3105150"/>
              <a:ext cx="2459355" cy="76200"/>
            </a:xfrm>
            <a:custGeom>
              <a:avLst/>
              <a:gdLst/>
              <a:ahLst/>
              <a:cxnLst/>
              <a:rect l="l" t="t" r="r" b="b"/>
              <a:pathLst>
                <a:path w="2459354" h="76200">
                  <a:moveTo>
                    <a:pt x="0" y="0"/>
                  </a:moveTo>
                  <a:lnTo>
                    <a:pt x="12896" y="31462"/>
                  </a:lnTo>
                  <a:lnTo>
                    <a:pt x="48974" y="55483"/>
                  </a:lnTo>
                  <a:lnTo>
                    <a:pt x="96601" y="70812"/>
                  </a:lnTo>
                  <a:lnTo>
                    <a:pt x="144145" y="76200"/>
                  </a:lnTo>
                  <a:lnTo>
                    <a:pt x="2315972" y="76200"/>
                  </a:lnTo>
                  <a:lnTo>
                    <a:pt x="2363503" y="70812"/>
                  </a:lnTo>
                  <a:lnTo>
                    <a:pt x="2411047" y="55483"/>
                  </a:lnTo>
                  <a:lnTo>
                    <a:pt x="2446899" y="31462"/>
                  </a:lnTo>
                  <a:lnTo>
                    <a:pt x="2448796" y="26669"/>
                  </a:lnTo>
                  <a:lnTo>
                    <a:pt x="98679" y="26669"/>
                  </a:lnTo>
                  <a:lnTo>
                    <a:pt x="59275" y="24610"/>
                  </a:lnTo>
                  <a:lnTo>
                    <a:pt x="28432" y="18954"/>
                  </a:lnTo>
                  <a:lnTo>
                    <a:pt x="8042" y="10489"/>
                  </a:lnTo>
                  <a:lnTo>
                    <a:pt x="0" y="0"/>
                  </a:lnTo>
                  <a:close/>
                </a:path>
                <a:path w="2459354" h="76200">
                  <a:moveTo>
                    <a:pt x="2459355" y="0"/>
                  </a:moveTo>
                  <a:lnTo>
                    <a:pt x="2451752" y="10489"/>
                  </a:lnTo>
                  <a:lnTo>
                    <a:pt x="2431589" y="18954"/>
                  </a:lnTo>
                  <a:lnTo>
                    <a:pt x="2400829" y="24610"/>
                  </a:lnTo>
                  <a:lnTo>
                    <a:pt x="2361438" y="26669"/>
                  </a:lnTo>
                  <a:lnTo>
                    <a:pt x="2448796" y="26669"/>
                  </a:lnTo>
                  <a:lnTo>
                    <a:pt x="2459355" y="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629025" y="2724150"/>
              <a:ext cx="1885950" cy="381000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3667125" y="1581150"/>
              <a:ext cx="1809750" cy="1009650"/>
            </a:xfrm>
            <a:custGeom>
              <a:avLst/>
              <a:gdLst/>
              <a:ahLst/>
              <a:cxnLst/>
              <a:rect l="l" t="t" r="r" b="b"/>
              <a:pathLst>
                <a:path w="1809750" h="1009650">
                  <a:moveTo>
                    <a:pt x="1764029" y="0"/>
                  </a:moveTo>
                  <a:lnTo>
                    <a:pt x="45720" y="0"/>
                  </a:lnTo>
                  <a:lnTo>
                    <a:pt x="28235" y="3569"/>
                  </a:lnTo>
                  <a:lnTo>
                    <a:pt x="13668" y="13319"/>
                  </a:lnTo>
                  <a:lnTo>
                    <a:pt x="3696" y="27807"/>
                  </a:lnTo>
                  <a:lnTo>
                    <a:pt x="0" y="45592"/>
                  </a:lnTo>
                  <a:lnTo>
                    <a:pt x="0" y="964819"/>
                  </a:lnTo>
                  <a:lnTo>
                    <a:pt x="3696" y="982164"/>
                  </a:lnTo>
                  <a:lnTo>
                    <a:pt x="13668" y="996426"/>
                  </a:lnTo>
                  <a:lnTo>
                    <a:pt x="28235" y="1006092"/>
                  </a:lnTo>
                  <a:lnTo>
                    <a:pt x="45720" y="1009650"/>
                  </a:lnTo>
                  <a:lnTo>
                    <a:pt x="1764029" y="1009650"/>
                  </a:lnTo>
                  <a:lnTo>
                    <a:pt x="1781514" y="1006092"/>
                  </a:lnTo>
                  <a:lnTo>
                    <a:pt x="1796081" y="996426"/>
                  </a:lnTo>
                  <a:lnTo>
                    <a:pt x="1806053" y="982164"/>
                  </a:lnTo>
                  <a:lnTo>
                    <a:pt x="1809750" y="964819"/>
                  </a:lnTo>
                  <a:lnTo>
                    <a:pt x="1809750" y="45592"/>
                  </a:lnTo>
                  <a:lnTo>
                    <a:pt x="1806178" y="27807"/>
                  </a:lnTo>
                  <a:lnTo>
                    <a:pt x="1796414" y="13319"/>
                  </a:lnTo>
                  <a:lnTo>
                    <a:pt x="1781889" y="3569"/>
                  </a:lnTo>
                  <a:lnTo>
                    <a:pt x="17640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767451" y="3814826"/>
              <a:ext cx="714375" cy="0"/>
            </a:xfrm>
            <a:custGeom>
              <a:avLst/>
              <a:gdLst/>
              <a:ahLst/>
              <a:cxnLst/>
              <a:rect l="l" t="t" r="r" b="b"/>
              <a:pathLst>
                <a:path w="714375">
                  <a:moveTo>
                    <a:pt x="714375" y="0"/>
                  </a:moveTo>
                  <a:lnTo>
                    <a:pt x="0" y="0"/>
                  </a:lnTo>
                </a:path>
              </a:pathLst>
            </a:custGeom>
            <a:ln w="792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5" name="object 45"/>
          <p:cNvGrpSpPr/>
          <p:nvPr/>
        </p:nvGrpSpPr>
        <p:grpSpPr>
          <a:xfrm>
            <a:off x="4258538" y="4439449"/>
            <a:ext cx="636905" cy="636905"/>
            <a:chOff x="4258538" y="4439449"/>
            <a:chExt cx="636905" cy="636905"/>
          </a:xfrm>
        </p:grpSpPr>
        <p:sp>
          <p:nvSpPr>
            <p:cNvPr id="46" name="object 46"/>
            <p:cNvSpPr/>
            <p:nvPr/>
          </p:nvSpPr>
          <p:spPr>
            <a:xfrm>
              <a:off x="4295775" y="4486274"/>
              <a:ext cx="542925" cy="533400"/>
            </a:xfrm>
            <a:custGeom>
              <a:avLst/>
              <a:gdLst/>
              <a:ahLst/>
              <a:cxnLst/>
              <a:rect l="l" t="t" r="r" b="b"/>
              <a:pathLst>
                <a:path w="542925" h="533400">
                  <a:moveTo>
                    <a:pt x="271907" y="0"/>
                  </a:moveTo>
                  <a:lnTo>
                    <a:pt x="222979" y="4295"/>
                  </a:lnTo>
                  <a:lnTo>
                    <a:pt x="176950" y="16678"/>
                  </a:lnTo>
                  <a:lnTo>
                    <a:pt x="134582" y="36391"/>
                  </a:lnTo>
                  <a:lnTo>
                    <a:pt x="96639" y="62680"/>
                  </a:lnTo>
                  <a:lnTo>
                    <a:pt x="63883" y="94788"/>
                  </a:lnTo>
                  <a:lnTo>
                    <a:pt x="37079" y="131959"/>
                  </a:lnTo>
                  <a:lnTo>
                    <a:pt x="16988" y="173438"/>
                  </a:lnTo>
                  <a:lnTo>
                    <a:pt x="4374" y="218468"/>
                  </a:lnTo>
                  <a:lnTo>
                    <a:pt x="0" y="266293"/>
                  </a:lnTo>
                  <a:lnTo>
                    <a:pt x="4374" y="314360"/>
                  </a:lnTo>
                  <a:lnTo>
                    <a:pt x="16988" y="359579"/>
                  </a:lnTo>
                  <a:lnTo>
                    <a:pt x="37079" y="401199"/>
                  </a:lnTo>
                  <a:lnTo>
                    <a:pt x="63883" y="438472"/>
                  </a:lnTo>
                  <a:lnTo>
                    <a:pt x="96639" y="470648"/>
                  </a:lnTo>
                  <a:lnTo>
                    <a:pt x="134582" y="496978"/>
                  </a:lnTo>
                  <a:lnTo>
                    <a:pt x="176950" y="516713"/>
                  </a:lnTo>
                  <a:lnTo>
                    <a:pt x="222979" y="529103"/>
                  </a:lnTo>
                  <a:lnTo>
                    <a:pt x="271907" y="533400"/>
                  </a:lnTo>
                  <a:lnTo>
                    <a:pt x="320570" y="529103"/>
                  </a:lnTo>
                  <a:lnTo>
                    <a:pt x="366393" y="516713"/>
                  </a:lnTo>
                  <a:lnTo>
                    <a:pt x="408606" y="496978"/>
                  </a:lnTo>
                  <a:lnTo>
                    <a:pt x="446438" y="470648"/>
                  </a:lnTo>
                  <a:lnTo>
                    <a:pt x="479119" y="438472"/>
                  </a:lnTo>
                  <a:lnTo>
                    <a:pt x="505878" y="401199"/>
                  </a:lnTo>
                  <a:lnTo>
                    <a:pt x="525946" y="359579"/>
                  </a:lnTo>
                  <a:lnTo>
                    <a:pt x="538551" y="314360"/>
                  </a:lnTo>
                  <a:lnTo>
                    <a:pt x="542925" y="266293"/>
                  </a:lnTo>
                  <a:lnTo>
                    <a:pt x="538551" y="218468"/>
                  </a:lnTo>
                  <a:lnTo>
                    <a:pt x="525946" y="173438"/>
                  </a:lnTo>
                  <a:lnTo>
                    <a:pt x="505878" y="131959"/>
                  </a:lnTo>
                  <a:lnTo>
                    <a:pt x="479119" y="94788"/>
                  </a:lnTo>
                  <a:lnTo>
                    <a:pt x="446438" y="62680"/>
                  </a:lnTo>
                  <a:lnTo>
                    <a:pt x="408606" y="36391"/>
                  </a:lnTo>
                  <a:lnTo>
                    <a:pt x="366393" y="16678"/>
                  </a:lnTo>
                  <a:lnTo>
                    <a:pt x="320570" y="4295"/>
                  </a:lnTo>
                  <a:lnTo>
                    <a:pt x="271907" y="0"/>
                  </a:lnTo>
                  <a:close/>
                </a:path>
              </a:pathLst>
            </a:custGeom>
            <a:solidFill>
              <a:srgbClr val="F1A2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262501" y="4443412"/>
              <a:ext cx="628650" cy="628650"/>
            </a:xfrm>
            <a:custGeom>
              <a:avLst/>
              <a:gdLst/>
              <a:ahLst/>
              <a:cxnLst/>
              <a:rect l="l" t="t" r="r" b="b"/>
              <a:pathLst>
                <a:path w="628650" h="628650">
                  <a:moveTo>
                    <a:pt x="538479" y="533400"/>
                  </a:moveTo>
                  <a:lnTo>
                    <a:pt x="569218" y="497123"/>
                  </a:lnTo>
                  <a:lnTo>
                    <a:pt x="594250" y="456295"/>
                  </a:lnTo>
                  <a:lnTo>
                    <a:pt x="612930" y="411598"/>
                  </a:lnTo>
                  <a:lnTo>
                    <a:pt x="624612" y="363716"/>
                  </a:lnTo>
                  <a:lnTo>
                    <a:pt x="628650" y="313334"/>
                  </a:lnTo>
                  <a:lnTo>
                    <a:pt x="625245" y="267032"/>
                  </a:lnTo>
                  <a:lnTo>
                    <a:pt x="615355" y="222839"/>
                  </a:lnTo>
                  <a:lnTo>
                    <a:pt x="599466" y="181240"/>
                  </a:lnTo>
                  <a:lnTo>
                    <a:pt x="578063" y="142720"/>
                  </a:lnTo>
                  <a:lnTo>
                    <a:pt x="551634" y="107763"/>
                  </a:lnTo>
                  <a:lnTo>
                    <a:pt x="520663" y="76855"/>
                  </a:lnTo>
                  <a:lnTo>
                    <a:pt x="485637" y="50480"/>
                  </a:lnTo>
                  <a:lnTo>
                    <a:pt x="447043" y="29122"/>
                  </a:lnTo>
                  <a:lnTo>
                    <a:pt x="405365" y="13266"/>
                  </a:lnTo>
                  <a:lnTo>
                    <a:pt x="361091" y="3397"/>
                  </a:lnTo>
                  <a:lnTo>
                    <a:pt x="314706" y="0"/>
                  </a:lnTo>
                  <a:lnTo>
                    <a:pt x="287238" y="1231"/>
                  </a:lnTo>
                  <a:lnTo>
                    <a:pt x="260508" y="4826"/>
                  </a:lnTo>
                  <a:lnTo>
                    <a:pt x="234588" y="10629"/>
                  </a:lnTo>
                  <a:lnTo>
                    <a:pt x="209550" y="18491"/>
                  </a:lnTo>
                </a:path>
                <a:path w="628650" h="628650">
                  <a:moveTo>
                    <a:pt x="99060" y="85750"/>
                  </a:moveTo>
                  <a:lnTo>
                    <a:pt x="65544" y="122831"/>
                  </a:lnTo>
                  <a:lnTo>
                    <a:pt x="38075" y="164996"/>
                  </a:lnTo>
                  <a:lnTo>
                    <a:pt x="17458" y="211481"/>
                  </a:lnTo>
                  <a:lnTo>
                    <a:pt x="4498" y="261517"/>
                  </a:lnTo>
                  <a:lnTo>
                    <a:pt x="0" y="314337"/>
                  </a:lnTo>
                  <a:lnTo>
                    <a:pt x="3416" y="360677"/>
                  </a:lnTo>
                  <a:lnTo>
                    <a:pt x="13337" y="404941"/>
                  </a:lnTo>
                  <a:lnTo>
                    <a:pt x="29271" y="446637"/>
                  </a:lnTo>
                  <a:lnTo>
                    <a:pt x="50726" y="485273"/>
                  </a:lnTo>
                  <a:lnTo>
                    <a:pt x="77211" y="520356"/>
                  </a:lnTo>
                  <a:lnTo>
                    <a:pt x="108233" y="551393"/>
                  </a:lnTo>
                  <a:lnTo>
                    <a:pt x="143301" y="577892"/>
                  </a:lnTo>
                  <a:lnTo>
                    <a:pt x="181924" y="599359"/>
                  </a:lnTo>
                  <a:lnTo>
                    <a:pt x="223608" y="615303"/>
                  </a:lnTo>
                  <a:lnTo>
                    <a:pt x="267864" y="625231"/>
                  </a:lnTo>
                  <a:lnTo>
                    <a:pt x="314198" y="628650"/>
                  </a:lnTo>
                </a:path>
              </a:pathLst>
            </a:custGeom>
            <a:ln w="792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81708" y="4693478"/>
              <a:ext cx="124711" cy="215869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400431" y="4693138"/>
              <a:ext cx="156544" cy="191396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4459962" y="4613950"/>
              <a:ext cx="219710" cy="60325"/>
            </a:xfrm>
            <a:custGeom>
              <a:avLst/>
              <a:gdLst/>
              <a:ahLst/>
              <a:cxnLst/>
              <a:rect l="l" t="t" r="r" b="b"/>
              <a:pathLst>
                <a:path w="219710" h="60325">
                  <a:moveTo>
                    <a:pt x="130040" y="0"/>
                  </a:moveTo>
                  <a:lnTo>
                    <a:pt x="84950" y="726"/>
                  </a:lnTo>
                  <a:lnTo>
                    <a:pt x="41484" y="16650"/>
                  </a:lnTo>
                  <a:lnTo>
                    <a:pt x="10229" y="41363"/>
                  </a:lnTo>
                  <a:lnTo>
                    <a:pt x="0" y="53590"/>
                  </a:lnTo>
                  <a:lnTo>
                    <a:pt x="395" y="56549"/>
                  </a:lnTo>
                  <a:lnTo>
                    <a:pt x="4517" y="59697"/>
                  </a:lnTo>
                  <a:lnTo>
                    <a:pt x="7211" y="59346"/>
                  </a:lnTo>
                  <a:lnTo>
                    <a:pt x="7427" y="59346"/>
                  </a:lnTo>
                  <a:lnTo>
                    <a:pt x="35743" y="31537"/>
                  </a:lnTo>
                  <a:lnTo>
                    <a:pt x="87107" y="9928"/>
                  </a:lnTo>
                  <a:lnTo>
                    <a:pt x="129496" y="9483"/>
                  </a:lnTo>
                  <a:lnTo>
                    <a:pt x="159308" y="9483"/>
                  </a:lnTo>
                  <a:lnTo>
                    <a:pt x="130040" y="0"/>
                  </a:lnTo>
                  <a:close/>
                </a:path>
                <a:path w="219710" h="60325">
                  <a:moveTo>
                    <a:pt x="159308" y="9483"/>
                  </a:moveTo>
                  <a:lnTo>
                    <a:pt x="129496" y="9483"/>
                  </a:lnTo>
                  <a:lnTo>
                    <a:pt x="169703" y="22915"/>
                  </a:lnTo>
                  <a:lnTo>
                    <a:pt x="204067" y="49650"/>
                  </a:lnTo>
                  <a:lnTo>
                    <a:pt x="165236" y="49921"/>
                  </a:lnTo>
                  <a:lnTo>
                    <a:pt x="163538" y="49921"/>
                  </a:lnTo>
                  <a:lnTo>
                    <a:pt x="161433" y="52038"/>
                  </a:lnTo>
                  <a:lnTo>
                    <a:pt x="161483" y="57278"/>
                  </a:lnTo>
                  <a:lnTo>
                    <a:pt x="163563" y="59346"/>
                  </a:lnTo>
                  <a:lnTo>
                    <a:pt x="217307" y="59100"/>
                  </a:lnTo>
                  <a:lnTo>
                    <a:pt x="219418" y="56989"/>
                  </a:lnTo>
                  <a:lnTo>
                    <a:pt x="219351" y="41828"/>
                  </a:lnTo>
                  <a:lnTo>
                    <a:pt x="209917" y="41828"/>
                  </a:lnTo>
                  <a:lnTo>
                    <a:pt x="172940" y="13901"/>
                  </a:lnTo>
                  <a:lnTo>
                    <a:pt x="159308" y="9483"/>
                  </a:lnTo>
                  <a:close/>
                </a:path>
                <a:path w="219710" h="60325">
                  <a:moveTo>
                    <a:pt x="217319" y="1325"/>
                  </a:moveTo>
                  <a:lnTo>
                    <a:pt x="211745" y="1325"/>
                  </a:lnTo>
                  <a:lnTo>
                    <a:pt x="209735" y="3430"/>
                  </a:lnTo>
                  <a:lnTo>
                    <a:pt x="209798" y="16650"/>
                  </a:lnTo>
                  <a:lnTo>
                    <a:pt x="209917" y="41828"/>
                  </a:lnTo>
                  <a:lnTo>
                    <a:pt x="219351" y="41828"/>
                  </a:lnTo>
                  <a:lnTo>
                    <a:pt x="219261" y="3430"/>
                  </a:lnTo>
                  <a:lnTo>
                    <a:pt x="217319" y="13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4098290" y="4142422"/>
            <a:ext cx="97409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latin typeface="Trebuchet MS"/>
                <a:cs typeface="Trebuchet MS"/>
              </a:rPr>
              <a:t>Conclusion</a:t>
            </a:r>
            <a:endParaRPr sz="1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88083" y="3543300"/>
            <a:ext cx="8019415" cy="942975"/>
            <a:chOff x="888083" y="3543300"/>
            <a:chExt cx="8019415" cy="942975"/>
          </a:xfrm>
        </p:grpSpPr>
        <p:sp>
          <p:nvSpPr>
            <p:cNvPr id="3" name="object 3"/>
            <p:cNvSpPr/>
            <p:nvPr/>
          </p:nvSpPr>
          <p:spPr>
            <a:xfrm>
              <a:off x="8315325" y="3543300"/>
              <a:ext cx="584835" cy="904875"/>
            </a:xfrm>
            <a:custGeom>
              <a:avLst/>
              <a:gdLst/>
              <a:ahLst/>
              <a:cxnLst/>
              <a:rect l="l" t="t" r="r" b="b"/>
              <a:pathLst>
                <a:path w="584834" h="904875">
                  <a:moveTo>
                    <a:pt x="277241" y="0"/>
                  </a:moveTo>
                  <a:lnTo>
                    <a:pt x="268163" y="34309"/>
                  </a:lnTo>
                  <a:lnTo>
                    <a:pt x="258711" y="73438"/>
                  </a:lnTo>
                  <a:lnTo>
                    <a:pt x="248841" y="116797"/>
                  </a:lnTo>
                  <a:lnTo>
                    <a:pt x="204352" y="320746"/>
                  </a:lnTo>
                  <a:lnTo>
                    <a:pt x="191767" y="376414"/>
                  </a:lnTo>
                  <a:lnTo>
                    <a:pt x="178514" y="432776"/>
                  </a:lnTo>
                  <a:lnTo>
                    <a:pt x="164551" y="489243"/>
                  </a:lnTo>
                  <a:lnTo>
                    <a:pt x="149835" y="545224"/>
                  </a:lnTo>
                  <a:lnTo>
                    <a:pt x="134325" y="600130"/>
                  </a:lnTo>
                  <a:lnTo>
                    <a:pt x="117979" y="653372"/>
                  </a:lnTo>
                  <a:lnTo>
                    <a:pt x="100755" y="704361"/>
                  </a:lnTo>
                  <a:lnTo>
                    <a:pt x="82611" y="752507"/>
                  </a:lnTo>
                  <a:lnTo>
                    <a:pt x="63506" y="797221"/>
                  </a:lnTo>
                  <a:lnTo>
                    <a:pt x="43396" y="837913"/>
                  </a:lnTo>
                  <a:lnTo>
                    <a:pt x="22242" y="873994"/>
                  </a:lnTo>
                  <a:lnTo>
                    <a:pt x="0" y="904875"/>
                  </a:lnTo>
                  <a:lnTo>
                    <a:pt x="146544" y="900229"/>
                  </a:lnTo>
                  <a:lnTo>
                    <a:pt x="275829" y="895418"/>
                  </a:lnTo>
                  <a:lnTo>
                    <a:pt x="333021" y="892962"/>
                  </a:lnTo>
                  <a:lnTo>
                    <a:pt x="384726" y="890479"/>
                  </a:lnTo>
                  <a:lnTo>
                    <a:pt x="430551" y="887973"/>
                  </a:lnTo>
                  <a:lnTo>
                    <a:pt x="470107" y="885448"/>
                  </a:lnTo>
                  <a:lnTo>
                    <a:pt x="528843" y="880363"/>
                  </a:lnTo>
                  <a:lnTo>
                    <a:pt x="570837" y="851400"/>
                  </a:lnTo>
                  <a:lnTo>
                    <a:pt x="582428" y="788099"/>
                  </a:lnTo>
                  <a:lnTo>
                    <a:pt x="584227" y="745398"/>
                  </a:lnTo>
                  <a:lnTo>
                    <a:pt x="583633" y="696816"/>
                  </a:lnTo>
                  <a:lnTo>
                    <a:pt x="580848" y="643467"/>
                  </a:lnTo>
                  <a:lnTo>
                    <a:pt x="576075" y="586464"/>
                  </a:lnTo>
                  <a:lnTo>
                    <a:pt x="569515" y="526921"/>
                  </a:lnTo>
                  <a:lnTo>
                    <a:pt x="561371" y="465951"/>
                  </a:lnTo>
                  <a:lnTo>
                    <a:pt x="551847" y="404670"/>
                  </a:lnTo>
                  <a:lnTo>
                    <a:pt x="541143" y="344190"/>
                  </a:lnTo>
                  <a:lnTo>
                    <a:pt x="529464" y="285625"/>
                  </a:lnTo>
                  <a:lnTo>
                    <a:pt x="517011" y="230089"/>
                  </a:lnTo>
                  <a:lnTo>
                    <a:pt x="503987" y="178697"/>
                  </a:lnTo>
                  <a:lnTo>
                    <a:pt x="490594" y="132561"/>
                  </a:lnTo>
                  <a:lnTo>
                    <a:pt x="477036" y="92795"/>
                  </a:lnTo>
                  <a:lnTo>
                    <a:pt x="450230" y="36831"/>
                  </a:lnTo>
                  <a:lnTo>
                    <a:pt x="387127" y="11048"/>
                  </a:lnTo>
                  <a:lnTo>
                    <a:pt x="339054" y="5464"/>
                  </a:lnTo>
                  <a:lnTo>
                    <a:pt x="277241" y="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88083" y="3543300"/>
              <a:ext cx="8019415" cy="942975"/>
            </a:xfrm>
            <a:custGeom>
              <a:avLst/>
              <a:gdLst/>
              <a:ahLst/>
              <a:cxnLst/>
              <a:rect l="l" t="t" r="r" b="b"/>
              <a:pathLst>
                <a:path w="8019415" h="942975">
                  <a:moveTo>
                    <a:pt x="3916834" y="0"/>
                  </a:moveTo>
                  <a:lnTo>
                    <a:pt x="3120331" y="1347"/>
                  </a:lnTo>
                  <a:lnTo>
                    <a:pt x="2421487" y="5035"/>
                  </a:lnTo>
                  <a:lnTo>
                    <a:pt x="1896285" y="9796"/>
                  </a:lnTo>
                  <a:lnTo>
                    <a:pt x="1471840" y="15356"/>
                  </a:lnTo>
                  <a:lnTo>
                    <a:pt x="1140605" y="21204"/>
                  </a:lnTo>
                  <a:lnTo>
                    <a:pt x="891470" y="26870"/>
                  </a:lnTo>
                  <a:lnTo>
                    <a:pt x="711907" y="31936"/>
                  </a:lnTo>
                  <a:lnTo>
                    <a:pt x="551544" y="37489"/>
                  </a:lnTo>
                  <a:lnTo>
                    <a:pt x="444788" y="41979"/>
                  </a:lnTo>
                  <a:lnTo>
                    <a:pt x="350331" y="46754"/>
                  </a:lnTo>
                  <a:lnTo>
                    <a:pt x="268816" y="51818"/>
                  </a:lnTo>
                  <a:lnTo>
                    <a:pt x="221979" y="55356"/>
                  </a:lnTo>
                  <a:lnTo>
                    <a:pt x="181370" y="59027"/>
                  </a:lnTo>
                  <a:lnTo>
                    <a:pt x="132550" y="64784"/>
                  </a:lnTo>
                  <a:lnTo>
                    <a:pt x="91028" y="72933"/>
                  </a:lnTo>
                  <a:lnTo>
                    <a:pt x="56035" y="91605"/>
                  </a:lnTo>
                  <a:lnTo>
                    <a:pt x="17041" y="141162"/>
                  </a:lnTo>
                  <a:lnTo>
                    <a:pt x="684" y="208947"/>
                  </a:lnTo>
                  <a:lnTo>
                    <a:pt x="0" y="248279"/>
                  </a:lnTo>
                  <a:lnTo>
                    <a:pt x="3781" y="290493"/>
                  </a:lnTo>
                  <a:lnTo>
                    <a:pt x="11630" y="335032"/>
                  </a:lnTo>
                  <a:lnTo>
                    <a:pt x="23150" y="381336"/>
                  </a:lnTo>
                  <a:lnTo>
                    <a:pt x="37942" y="428848"/>
                  </a:lnTo>
                  <a:lnTo>
                    <a:pt x="55608" y="477009"/>
                  </a:lnTo>
                  <a:lnTo>
                    <a:pt x="75751" y="525262"/>
                  </a:lnTo>
                  <a:lnTo>
                    <a:pt x="97973" y="573048"/>
                  </a:lnTo>
                  <a:lnTo>
                    <a:pt x="121876" y="619809"/>
                  </a:lnTo>
                  <a:lnTo>
                    <a:pt x="147062" y="664986"/>
                  </a:lnTo>
                  <a:lnTo>
                    <a:pt x="173133" y="708023"/>
                  </a:lnTo>
                  <a:lnTo>
                    <a:pt x="199692" y="748359"/>
                  </a:lnTo>
                  <a:lnTo>
                    <a:pt x="226340" y="785438"/>
                  </a:lnTo>
                  <a:lnTo>
                    <a:pt x="252681" y="818701"/>
                  </a:lnTo>
                  <a:lnTo>
                    <a:pt x="278316" y="847590"/>
                  </a:lnTo>
                  <a:lnTo>
                    <a:pt x="325876" y="890012"/>
                  </a:lnTo>
                  <a:lnTo>
                    <a:pt x="365838" y="908240"/>
                  </a:lnTo>
                  <a:lnTo>
                    <a:pt x="429044" y="913923"/>
                  </a:lnTo>
                  <a:lnTo>
                    <a:pt x="472494" y="916549"/>
                  </a:lnTo>
                  <a:lnTo>
                    <a:pt x="551768" y="920223"/>
                  </a:lnTo>
                  <a:lnTo>
                    <a:pt x="647204" y="923589"/>
                  </a:lnTo>
                  <a:lnTo>
                    <a:pt x="798117" y="927610"/>
                  </a:lnTo>
                  <a:lnTo>
                    <a:pt x="1021949" y="931915"/>
                  </a:lnTo>
                  <a:lnTo>
                    <a:pt x="1336953" y="936072"/>
                  </a:lnTo>
                  <a:lnTo>
                    <a:pt x="1824503" y="940010"/>
                  </a:lnTo>
                  <a:lnTo>
                    <a:pt x="2519760" y="942576"/>
                  </a:lnTo>
                  <a:lnTo>
                    <a:pt x="3752721" y="941955"/>
                  </a:lnTo>
                  <a:lnTo>
                    <a:pt x="5331935" y="934703"/>
                  </a:lnTo>
                  <a:lnTo>
                    <a:pt x="6672069" y="923079"/>
                  </a:lnTo>
                  <a:lnTo>
                    <a:pt x="7422654" y="912809"/>
                  </a:lnTo>
                  <a:lnTo>
                    <a:pt x="7752380" y="905859"/>
                  </a:lnTo>
                  <a:lnTo>
                    <a:pt x="7870150" y="902068"/>
                  </a:lnTo>
                  <a:lnTo>
                    <a:pt x="7921792" y="899565"/>
                  </a:lnTo>
                  <a:lnTo>
                    <a:pt x="7978482" y="881195"/>
                  </a:lnTo>
                  <a:lnTo>
                    <a:pt x="8007042" y="838868"/>
                  </a:lnTo>
                  <a:lnTo>
                    <a:pt x="8018825" y="776490"/>
                  </a:lnTo>
                  <a:lnTo>
                    <a:pt x="8019039" y="739196"/>
                  </a:lnTo>
                  <a:lnTo>
                    <a:pt x="8015797" y="698586"/>
                  </a:lnTo>
                  <a:lnTo>
                    <a:pt x="8009344" y="655227"/>
                  </a:lnTo>
                  <a:lnTo>
                    <a:pt x="7999926" y="609685"/>
                  </a:lnTo>
                  <a:lnTo>
                    <a:pt x="7987789" y="562524"/>
                  </a:lnTo>
                  <a:lnTo>
                    <a:pt x="7973179" y="514312"/>
                  </a:lnTo>
                  <a:lnTo>
                    <a:pt x="7956341" y="465613"/>
                  </a:lnTo>
                  <a:lnTo>
                    <a:pt x="7937522" y="416994"/>
                  </a:lnTo>
                  <a:lnTo>
                    <a:pt x="7916968" y="369020"/>
                  </a:lnTo>
                  <a:lnTo>
                    <a:pt x="7894923" y="322258"/>
                  </a:lnTo>
                  <a:lnTo>
                    <a:pt x="7871636" y="277273"/>
                  </a:lnTo>
                  <a:lnTo>
                    <a:pt x="7847350" y="234632"/>
                  </a:lnTo>
                  <a:lnTo>
                    <a:pt x="7822312" y="194899"/>
                  </a:lnTo>
                  <a:lnTo>
                    <a:pt x="7796769" y="158640"/>
                  </a:lnTo>
                  <a:lnTo>
                    <a:pt x="7770965" y="126423"/>
                  </a:lnTo>
                  <a:lnTo>
                    <a:pt x="7719560" y="76373"/>
                  </a:lnTo>
                  <a:lnTo>
                    <a:pt x="7670065" y="49275"/>
                  </a:lnTo>
                  <a:lnTo>
                    <a:pt x="7612843" y="42461"/>
                  </a:lnTo>
                  <a:lnTo>
                    <a:pt x="7560481" y="39186"/>
                  </a:lnTo>
                  <a:lnTo>
                    <a:pt x="7467570" y="34969"/>
                  </a:lnTo>
                  <a:lnTo>
                    <a:pt x="7316589" y="29953"/>
                  </a:lnTo>
                  <a:lnTo>
                    <a:pt x="7088484" y="24339"/>
                  </a:lnTo>
                  <a:lnTo>
                    <a:pt x="6713681" y="17607"/>
                  </a:lnTo>
                  <a:lnTo>
                    <a:pt x="6149825" y="10535"/>
                  </a:lnTo>
                  <a:lnTo>
                    <a:pt x="5435458" y="4686"/>
                  </a:lnTo>
                  <a:lnTo>
                    <a:pt x="4582084" y="890"/>
                  </a:lnTo>
                  <a:lnTo>
                    <a:pt x="3916834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8315325" y="1238250"/>
            <a:ext cx="584835" cy="895350"/>
          </a:xfrm>
          <a:custGeom>
            <a:avLst/>
            <a:gdLst/>
            <a:ahLst/>
            <a:cxnLst/>
            <a:rect l="l" t="t" r="r" b="b"/>
            <a:pathLst>
              <a:path w="584834" h="895350">
                <a:moveTo>
                  <a:pt x="277241" y="0"/>
                </a:moveTo>
                <a:lnTo>
                  <a:pt x="268163" y="33941"/>
                </a:lnTo>
                <a:lnTo>
                  <a:pt x="258711" y="72652"/>
                </a:lnTo>
                <a:lnTo>
                  <a:pt x="248841" y="115550"/>
                </a:lnTo>
                <a:lnTo>
                  <a:pt x="204352" y="317342"/>
                </a:lnTo>
                <a:lnTo>
                  <a:pt x="191767" y="372423"/>
                </a:lnTo>
                <a:lnTo>
                  <a:pt x="178514" y="428192"/>
                </a:lnTo>
                <a:lnTo>
                  <a:pt x="164551" y="484064"/>
                </a:lnTo>
                <a:lnTo>
                  <a:pt x="149835" y="539457"/>
                </a:lnTo>
                <a:lnTo>
                  <a:pt x="134325" y="593788"/>
                </a:lnTo>
                <a:lnTo>
                  <a:pt x="117979" y="646472"/>
                </a:lnTo>
                <a:lnTo>
                  <a:pt x="100755" y="696927"/>
                </a:lnTo>
                <a:lnTo>
                  <a:pt x="82611" y="744569"/>
                </a:lnTo>
                <a:lnTo>
                  <a:pt x="63506" y="788816"/>
                </a:lnTo>
                <a:lnTo>
                  <a:pt x="43396" y="829084"/>
                </a:lnTo>
                <a:lnTo>
                  <a:pt x="22242" y="864789"/>
                </a:lnTo>
                <a:lnTo>
                  <a:pt x="0" y="895350"/>
                </a:lnTo>
                <a:lnTo>
                  <a:pt x="146544" y="890752"/>
                </a:lnTo>
                <a:lnTo>
                  <a:pt x="275829" y="885990"/>
                </a:lnTo>
                <a:lnTo>
                  <a:pt x="333021" y="883558"/>
                </a:lnTo>
                <a:lnTo>
                  <a:pt x="384726" y="881099"/>
                </a:lnTo>
                <a:lnTo>
                  <a:pt x="430551" y="878617"/>
                </a:lnTo>
                <a:lnTo>
                  <a:pt x="470107" y="876117"/>
                </a:lnTo>
                <a:lnTo>
                  <a:pt x="528843" y="871080"/>
                </a:lnTo>
                <a:lnTo>
                  <a:pt x="571732" y="839947"/>
                </a:lnTo>
                <a:lnTo>
                  <a:pt x="583015" y="771412"/>
                </a:lnTo>
                <a:lnTo>
                  <a:pt x="584295" y="725385"/>
                </a:lnTo>
                <a:lnTo>
                  <a:pt x="582981" y="673232"/>
                </a:lnTo>
                <a:lnTo>
                  <a:pt x="579310" y="616238"/>
                </a:lnTo>
                <a:lnTo>
                  <a:pt x="573519" y="555688"/>
                </a:lnTo>
                <a:lnTo>
                  <a:pt x="565842" y="492869"/>
                </a:lnTo>
                <a:lnTo>
                  <a:pt x="556518" y="429065"/>
                </a:lnTo>
                <a:lnTo>
                  <a:pt x="545781" y="365561"/>
                </a:lnTo>
                <a:lnTo>
                  <a:pt x="533868" y="303644"/>
                </a:lnTo>
                <a:lnTo>
                  <a:pt x="521015" y="244598"/>
                </a:lnTo>
                <a:lnTo>
                  <a:pt x="507458" y="189710"/>
                </a:lnTo>
                <a:lnTo>
                  <a:pt x="493435" y="140263"/>
                </a:lnTo>
                <a:lnTo>
                  <a:pt x="479179" y="97544"/>
                </a:lnTo>
                <a:lnTo>
                  <a:pt x="450920" y="37430"/>
                </a:lnTo>
                <a:lnTo>
                  <a:pt x="387127" y="10969"/>
                </a:lnTo>
                <a:lnTo>
                  <a:pt x="339054" y="5443"/>
                </a:lnTo>
                <a:lnTo>
                  <a:pt x="277241" y="0"/>
                </a:lnTo>
                <a:close/>
              </a:path>
            </a:pathLst>
          </a:custGeom>
          <a:solidFill>
            <a:srgbClr val="CECECE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869230" y="2371725"/>
            <a:ext cx="8030845" cy="923925"/>
            <a:chOff x="869230" y="2371725"/>
            <a:chExt cx="8030845" cy="923925"/>
          </a:xfrm>
        </p:grpSpPr>
        <p:sp>
          <p:nvSpPr>
            <p:cNvPr id="7" name="object 7"/>
            <p:cNvSpPr/>
            <p:nvPr/>
          </p:nvSpPr>
          <p:spPr>
            <a:xfrm>
              <a:off x="8315325" y="2371725"/>
              <a:ext cx="584835" cy="895350"/>
            </a:xfrm>
            <a:custGeom>
              <a:avLst/>
              <a:gdLst/>
              <a:ahLst/>
              <a:cxnLst/>
              <a:rect l="l" t="t" r="r" b="b"/>
              <a:pathLst>
                <a:path w="584834" h="895350">
                  <a:moveTo>
                    <a:pt x="277241" y="0"/>
                  </a:moveTo>
                  <a:lnTo>
                    <a:pt x="268163" y="33941"/>
                  </a:lnTo>
                  <a:lnTo>
                    <a:pt x="258711" y="72652"/>
                  </a:lnTo>
                  <a:lnTo>
                    <a:pt x="248841" y="115550"/>
                  </a:lnTo>
                  <a:lnTo>
                    <a:pt x="204352" y="317342"/>
                  </a:lnTo>
                  <a:lnTo>
                    <a:pt x="191767" y="372423"/>
                  </a:lnTo>
                  <a:lnTo>
                    <a:pt x="178514" y="428192"/>
                  </a:lnTo>
                  <a:lnTo>
                    <a:pt x="164551" y="484064"/>
                  </a:lnTo>
                  <a:lnTo>
                    <a:pt x="149835" y="539457"/>
                  </a:lnTo>
                  <a:lnTo>
                    <a:pt x="134325" y="593788"/>
                  </a:lnTo>
                  <a:lnTo>
                    <a:pt x="117979" y="646472"/>
                  </a:lnTo>
                  <a:lnTo>
                    <a:pt x="100755" y="696927"/>
                  </a:lnTo>
                  <a:lnTo>
                    <a:pt x="82611" y="744569"/>
                  </a:lnTo>
                  <a:lnTo>
                    <a:pt x="63506" y="788816"/>
                  </a:lnTo>
                  <a:lnTo>
                    <a:pt x="43396" y="829084"/>
                  </a:lnTo>
                  <a:lnTo>
                    <a:pt x="22242" y="864789"/>
                  </a:lnTo>
                  <a:lnTo>
                    <a:pt x="0" y="895350"/>
                  </a:lnTo>
                  <a:lnTo>
                    <a:pt x="146544" y="890752"/>
                  </a:lnTo>
                  <a:lnTo>
                    <a:pt x="275829" y="885990"/>
                  </a:lnTo>
                  <a:lnTo>
                    <a:pt x="333021" y="883558"/>
                  </a:lnTo>
                  <a:lnTo>
                    <a:pt x="384726" y="881099"/>
                  </a:lnTo>
                  <a:lnTo>
                    <a:pt x="430551" y="878617"/>
                  </a:lnTo>
                  <a:lnTo>
                    <a:pt x="470107" y="876117"/>
                  </a:lnTo>
                  <a:lnTo>
                    <a:pt x="528843" y="871080"/>
                  </a:lnTo>
                  <a:lnTo>
                    <a:pt x="571732" y="839947"/>
                  </a:lnTo>
                  <a:lnTo>
                    <a:pt x="583015" y="771412"/>
                  </a:lnTo>
                  <a:lnTo>
                    <a:pt x="584295" y="725385"/>
                  </a:lnTo>
                  <a:lnTo>
                    <a:pt x="582981" y="673232"/>
                  </a:lnTo>
                  <a:lnTo>
                    <a:pt x="579310" y="616238"/>
                  </a:lnTo>
                  <a:lnTo>
                    <a:pt x="573519" y="555688"/>
                  </a:lnTo>
                  <a:lnTo>
                    <a:pt x="565842" y="492869"/>
                  </a:lnTo>
                  <a:lnTo>
                    <a:pt x="556518" y="429065"/>
                  </a:lnTo>
                  <a:lnTo>
                    <a:pt x="545781" y="365561"/>
                  </a:lnTo>
                  <a:lnTo>
                    <a:pt x="533868" y="303644"/>
                  </a:lnTo>
                  <a:lnTo>
                    <a:pt x="521015" y="244598"/>
                  </a:lnTo>
                  <a:lnTo>
                    <a:pt x="507458" y="189710"/>
                  </a:lnTo>
                  <a:lnTo>
                    <a:pt x="493435" y="140263"/>
                  </a:lnTo>
                  <a:lnTo>
                    <a:pt x="479179" y="97544"/>
                  </a:lnTo>
                  <a:lnTo>
                    <a:pt x="450920" y="37430"/>
                  </a:lnTo>
                  <a:lnTo>
                    <a:pt x="387127" y="10969"/>
                  </a:lnTo>
                  <a:lnTo>
                    <a:pt x="339054" y="5443"/>
                  </a:lnTo>
                  <a:lnTo>
                    <a:pt x="277241" y="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69230" y="2371725"/>
              <a:ext cx="8028305" cy="923925"/>
            </a:xfrm>
            <a:custGeom>
              <a:avLst/>
              <a:gdLst/>
              <a:ahLst/>
              <a:cxnLst/>
              <a:rect l="l" t="t" r="r" b="b"/>
              <a:pathLst>
                <a:path w="8028305" h="923925">
                  <a:moveTo>
                    <a:pt x="3921336" y="0"/>
                  </a:moveTo>
                  <a:lnTo>
                    <a:pt x="3052469" y="1577"/>
                  </a:lnTo>
                  <a:lnTo>
                    <a:pt x="2356627" y="5435"/>
                  </a:lnTo>
                  <a:lnTo>
                    <a:pt x="1835572" y="10307"/>
                  </a:lnTo>
                  <a:lnTo>
                    <a:pt x="1416042" y="15945"/>
                  </a:lnTo>
                  <a:lnTo>
                    <a:pt x="1089985" y="21844"/>
                  </a:lnTo>
                  <a:lnTo>
                    <a:pt x="845850" y="27539"/>
                  </a:lnTo>
                  <a:lnTo>
                    <a:pt x="670738" y="32621"/>
                  </a:lnTo>
                  <a:lnTo>
                    <a:pt x="515231" y="38181"/>
                  </a:lnTo>
                  <a:lnTo>
                    <a:pt x="412382" y="42672"/>
                  </a:lnTo>
                  <a:lnTo>
                    <a:pt x="322061" y="47442"/>
                  </a:lnTo>
                  <a:lnTo>
                    <a:pt x="269125" y="50780"/>
                  </a:lnTo>
                  <a:lnTo>
                    <a:pt x="222233" y="54245"/>
                  </a:lnTo>
                  <a:lnTo>
                    <a:pt x="181576" y="57839"/>
                  </a:lnTo>
                  <a:lnTo>
                    <a:pt x="132699" y="63475"/>
                  </a:lnTo>
                  <a:lnTo>
                    <a:pt x="91130" y="71454"/>
                  </a:lnTo>
                  <a:lnTo>
                    <a:pt x="56098" y="89750"/>
                  </a:lnTo>
                  <a:lnTo>
                    <a:pt x="17060" y="138312"/>
                  </a:lnTo>
                  <a:lnTo>
                    <a:pt x="684" y="204732"/>
                  </a:lnTo>
                  <a:lnTo>
                    <a:pt x="0" y="243272"/>
                  </a:lnTo>
                  <a:lnTo>
                    <a:pt x="3786" y="284635"/>
                  </a:lnTo>
                  <a:lnTo>
                    <a:pt x="11644" y="328276"/>
                  </a:lnTo>
                  <a:lnTo>
                    <a:pt x="23177" y="373646"/>
                  </a:lnTo>
                  <a:lnTo>
                    <a:pt x="37986" y="420199"/>
                  </a:lnTo>
                  <a:lnTo>
                    <a:pt x="55672" y="467388"/>
                  </a:lnTo>
                  <a:lnTo>
                    <a:pt x="75838" y="514667"/>
                  </a:lnTo>
                  <a:lnTo>
                    <a:pt x="98085" y="561488"/>
                  </a:lnTo>
                  <a:lnTo>
                    <a:pt x="122015" y="607304"/>
                  </a:lnTo>
                  <a:lnTo>
                    <a:pt x="147230" y="651569"/>
                  </a:lnTo>
                  <a:lnTo>
                    <a:pt x="173331" y="693735"/>
                  </a:lnTo>
                  <a:lnTo>
                    <a:pt x="199919" y="733255"/>
                  </a:lnTo>
                  <a:lnTo>
                    <a:pt x="226598" y="769584"/>
                  </a:lnTo>
                  <a:lnTo>
                    <a:pt x="252968" y="802173"/>
                  </a:lnTo>
                  <a:lnTo>
                    <a:pt x="278631" y="830476"/>
                  </a:lnTo>
                  <a:lnTo>
                    <a:pt x="326244" y="872036"/>
                  </a:lnTo>
                  <a:lnTo>
                    <a:pt x="366251" y="889888"/>
                  </a:lnTo>
                  <a:lnTo>
                    <a:pt x="429540" y="895458"/>
                  </a:lnTo>
                  <a:lnTo>
                    <a:pt x="473045" y="898031"/>
                  </a:lnTo>
                  <a:lnTo>
                    <a:pt x="552417" y="901632"/>
                  </a:lnTo>
                  <a:lnTo>
                    <a:pt x="647967" y="904930"/>
                  </a:lnTo>
                  <a:lnTo>
                    <a:pt x="799058" y="908870"/>
                  </a:lnTo>
                  <a:lnTo>
                    <a:pt x="1023151" y="913088"/>
                  </a:lnTo>
                  <a:lnTo>
                    <a:pt x="1338514" y="917161"/>
                  </a:lnTo>
                  <a:lnTo>
                    <a:pt x="1826611" y="921021"/>
                  </a:lnTo>
                  <a:lnTo>
                    <a:pt x="2522632" y="923534"/>
                  </a:lnTo>
                  <a:lnTo>
                    <a:pt x="3756983" y="922928"/>
                  </a:lnTo>
                  <a:lnTo>
                    <a:pt x="5338008" y="915832"/>
                  </a:lnTo>
                  <a:lnTo>
                    <a:pt x="6730685" y="903881"/>
                  </a:lnTo>
                  <a:lnTo>
                    <a:pt x="7466743" y="893756"/>
                  </a:lnTo>
                  <a:lnTo>
                    <a:pt x="7761234" y="887546"/>
                  </a:lnTo>
                  <a:lnTo>
                    <a:pt x="7879146" y="883819"/>
                  </a:lnTo>
                  <a:lnTo>
                    <a:pt x="7930853" y="881356"/>
                  </a:lnTo>
                  <a:lnTo>
                    <a:pt x="7987608" y="863353"/>
                  </a:lnTo>
                  <a:lnTo>
                    <a:pt x="8016201" y="821879"/>
                  </a:lnTo>
                  <a:lnTo>
                    <a:pt x="8028001" y="760757"/>
                  </a:lnTo>
                  <a:lnTo>
                    <a:pt x="8028218" y="724215"/>
                  </a:lnTo>
                  <a:lnTo>
                    <a:pt x="8024975" y="684425"/>
                  </a:lnTo>
                  <a:lnTo>
                    <a:pt x="8018518" y="641942"/>
                  </a:lnTo>
                  <a:lnTo>
                    <a:pt x="8009093" y="597319"/>
                  </a:lnTo>
                  <a:lnTo>
                    <a:pt x="7996946" y="551112"/>
                  </a:lnTo>
                  <a:lnTo>
                    <a:pt x="7982323" y="503875"/>
                  </a:lnTo>
                  <a:lnTo>
                    <a:pt x="7965470" y="456163"/>
                  </a:lnTo>
                  <a:lnTo>
                    <a:pt x="7946634" y="408529"/>
                  </a:lnTo>
                  <a:lnTo>
                    <a:pt x="7926060" y="361530"/>
                  </a:lnTo>
                  <a:lnTo>
                    <a:pt x="7903994" y="315719"/>
                  </a:lnTo>
                  <a:lnTo>
                    <a:pt x="7880683" y="271650"/>
                  </a:lnTo>
                  <a:lnTo>
                    <a:pt x="7856372" y="229879"/>
                  </a:lnTo>
                  <a:lnTo>
                    <a:pt x="7831308" y="190959"/>
                  </a:lnTo>
                  <a:lnTo>
                    <a:pt x="7805737" y="155446"/>
                  </a:lnTo>
                  <a:lnTo>
                    <a:pt x="7779905" y="123894"/>
                  </a:lnTo>
                  <a:lnTo>
                    <a:pt x="7728441" y="74891"/>
                  </a:lnTo>
                  <a:lnTo>
                    <a:pt x="7678885" y="48387"/>
                  </a:lnTo>
                  <a:lnTo>
                    <a:pt x="7621567" y="41693"/>
                  </a:lnTo>
                  <a:lnTo>
                    <a:pt x="7569133" y="38476"/>
                  </a:lnTo>
                  <a:lnTo>
                    <a:pt x="7476101" y="34334"/>
                  </a:lnTo>
                  <a:lnTo>
                    <a:pt x="7324933" y="29408"/>
                  </a:lnTo>
                  <a:lnTo>
                    <a:pt x="7096556" y="23895"/>
                  </a:lnTo>
                  <a:lnTo>
                    <a:pt x="6721318" y="17285"/>
                  </a:lnTo>
                  <a:lnTo>
                    <a:pt x="6156819" y="10342"/>
                  </a:lnTo>
                  <a:lnTo>
                    <a:pt x="5372853" y="4184"/>
                  </a:lnTo>
                  <a:lnTo>
                    <a:pt x="4513955" y="692"/>
                  </a:lnTo>
                  <a:lnTo>
                    <a:pt x="3921336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/>
          <p:nvPr/>
        </p:nvSpPr>
        <p:spPr>
          <a:xfrm>
            <a:off x="887886" y="1219200"/>
            <a:ext cx="8010525" cy="952500"/>
          </a:xfrm>
          <a:custGeom>
            <a:avLst/>
            <a:gdLst/>
            <a:ahLst/>
            <a:cxnLst/>
            <a:rect l="l" t="t" r="r" b="b"/>
            <a:pathLst>
              <a:path w="8010525" h="952500">
                <a:moveTo>
                  <a:pt x="3912460" y="0"/>
                </a:moveTo>
                <a:lnTo>
                  <a:pt x="3116836" y="1363"/>
                </a:lnTo>
                <a:lnTo>
                  <a:pt x="2418769" y="5094"/>
                </a:lnTo>
                <a:lnTo>
                  <a:pt x="1894152" y="9907"/>
                </a:lnTo>
                <a:lnTo>
                  <a:pt x="1470182" y="15527"/>
                </a:lnTo>
                <a:lnTo>
                  <a:pt x="1139318" y="21437"/>
                </a:lnTo>
                <a:lnTo>
                  <a:pt x="890463" y="27161"/>
                </a:lnTo>
                <a:lnTo>
                  <a:pt x="711102" y="32279"/>
                </a:lnTo>
                <a:lnTo>
                  <a:pt x="550920" y="37888"/>
                </a:lnTo>
                <a:lnTo>
                  <a:pt x="444285" y="42423"/>
                </a:lnTo>
                <a:lnTo>
                  <a:pt x="349935" y="47245"/>
                </a:lnTo>
                <a:lnTo>
                  <a:pt x="268512" y="52358"/>
                </a:lnTo>
                <a:lnTo>
                  <a:pt x="221728" y="55931"/>
                </a:lnTo>
                <a:lnTo>
                  <a:pt x="181165" y="59637"/>
                </a:lnTo>
                <a:lnTo>
                  <a:pt x="132400" y="65449"/>
                </a:lnTo>
                <a:lnTo>
                  <a:pt x="90926" y="73675"/>
                </a:lnTo>
                <a:lnTo>
                  <a:pt x="55973" y="92525"/>
                </a:lnTo>
                <a:lnTo>
                  <a:pt x="17023" y="142569"/>
                </a:lnTo>
                <a:lnTo>
                  <a:pt x="683" y="211030"/>
                </a:lnTo>
                <a:lnTo>
                  <a:pt x="0" y="250757"/>
                </a:lnTo>
                <a:lnTo>
                  <a:pt x="3776" y="293396"/>
                </a:lnTo>
                <a:lnTo>
                  <a:pt x="11616" y="338384"/>
                </a:lnTo>
                <a:lnTo>
                  <a:pt x="23122" y="385156"/>
                </a:lnTo>
                <a:lnTo>
                  <a:pt x="37897" y="433149"/>
                </a:lnTo>
                <a:lnTo>
                  <a:pt x="55543" y="481799"/>
                </a:lnTo>
                <a:lnTo>
                  <a:pt x="75663" y="530542"/>
                </a:lnTo>
                <a:lnTo>
                  <a:pt x="97859" y="578814"/>
                </a:lnTo>
                <a:lnTo>
                  <a:pt x="121734" y="626051"/>
                </a:lnTo>
                <a:lnTo>
                  <a:pt x="146891" y="671689"/>
                </a:lnTo>
                <a:lnTo>
                  <a:pt x="172932" y="715165"/>
                </a:lnTo>
                <a:lnTo>
                  <a:pt x="199460" y="755914"/>
                </a:lnTo>
                <a:lnTo>
                  <a:pt x="226078" y="793372"/>
                </a:lnTo>
                <a:lnTo>
                  <a:pt x="252388" y="826977"/>
                </a:lnTo>
                <a:lnTo>
                  <a:pt x="277993" y="856163"/>
                </a:lnTo>
                <a:lnTo>
                  <a:pt x="325497" y="899025"/>
                </a:lnTo>
                <a:lnTo>
                  <a:pt x="365413" y="917448"/>
                </a:lnTo>
                <a:lnTo>
                  <a:pt x="409770" y="921807"/>
                </a:lnTo>
                <a:lnTo>
                  <a:pt x="449306" y="924531"/>
                </a:lnTo>
                <a:lnTo>
                  <a:pt x="496520" y="927110"/>
                </a:lnTo>
                <a:lnTo>
                  <a:pt x="581183" y="930715"/>
                </a:lnTo>
                <a:lnTo>
                  <a:pt x="681701" y="934010"/>
                </a:lnTo>
                <a:lnTo>
                  <a:pt x="838918" y="937937"/>
                </a:lnTo>
                <a:lnTo>
                  <a:pt x="1069875" y="942122"/>
                </a:lnTo>
                <a:lnTo>
                  <a:pt x="1392328" y="946136"/>
                </a:lnTo>
                <a:lnTo>
                  <a:pt x="1887961" y="949886"/>
                </a:lnTo>
                <a:lnTo>
                  <a:pt x="2590387" y="952222"/>
                </a:lnTo>
                <a:lnTo>
                  <a:pt x="3814603" y="951297"/>
                </a:lnTo>
                <a:lnTo>
                  <a:pt x="5389214" y="943718"/>
                </a:lnTo>
                <a:lnTo>
                  <a:pt x="6715382" y="931832"/>
                </a:lnTo>
                <a:lnTo>
                  <a:pt x="7414244" y="922046"/>
                </a:lnTo>
                <a:lnTo>
                  <a:pt x="7719541" y="915670"/>
                </a:lnTo>
                <a:lnTo>
                  <a:pt x="7861263" y="911203"/>
                </a:lnTo>
                <a:lnTo>
                  <a:pt x="7912853" y="908677"/>
                </a:lnTo>
                <a:lnTo>
                  <a:pt x="7969458" y="890118"/>
                </a:lnTo>
                <a:lnTo>
                  <a:pt x="7997968" y="847357"/>
                </a:lnTo>
                <a:lnTo>
                  <a:pt x="8009723" y="784341"/>
                </a:lnTo>
                <a:lnTo>
                  <a:pt x="8009932" y="746666"/>
                </a:lnTo>
                <a:lnTo>
                  <a:pt x="8006690" y="705642"/>
                </a:lnTo>
                <a:lnTo>
                  <a:pt x="8000241" y="661840"/>
                </a:lnTo>
                <a:lnTo>
                  <a:pt x="7990831" y="615834"/>
                </a:lnTo>
                <a:lnTo>
                  <a:pt x="7978706" y="568193"/>
                </a:lnTo>
                <a:lnTo>
                  <a:pt x="7964112" y="519490"/>
                </a:lnTo>
                <a:lnTo>
                  <a:pt x="7947293" y="470296"/>
                </a:lnTo>
                <a:lnTo>
                  <a:pt x="7928496" y="421183"/>
                </a:lnTo>
                <a:lnTo>
                  <a:pt x="7907966" y="372723"/>
                </a:lnTo>
                <a:lnTo>
                  <a:pt x="7885948" y="325487"/>
                </a:lnTo>
                <a:lnTo>
                  <a:pt x="7862689" y="280048"/>
                </a:lnTo>
                <a:lnTo>
                  <a:pt x="7838433" y="236975"/>
                </a:lnTo>
                <a:lnTo>
                  <a:pt x="7813427" y="196843"/>
                </a:lnTo>
                <a:lnTo>
                  <a:pt x="7787915" y="160221"/>
                </a:lnTo>
                <a:lnTo>
                  <a:pt x="7762144" y="127681"/>
                </a:lnTo>
                <a:lnTo>
                  <a:pt x="7710804" y="77137"/>
                </a:lnTo>
                <a:lnTo>
                  <a:pt x="7661373" y="49784"/>
                </a:lnTo>
                <a:lnTo>
                  <a:pt x="7604190" y="42907"/>
                </a:lnTo>
                <a:lnTo>
                  <a:pt x="7551876" y="39602"/>
                </a:lnTo>
                <a:lnTo>
                  <a:pt x="7459056" y="35344"/>
                </a:lnTo>
                <a:lnTo>
                  <a:pt x="7308231" y="30279"/>
                </a:lnTo>
                <a:lnTo>
                  <a:pt x="7080371" y="24608"/>
                </a:lnTo>
                <a:lnTo>
                  <a:pt x="6705984" y="17806"/>
                </a:lnTo>
                <a:lnTo>
                  <a:pt x="6142771" y="10657"/>
                </a:lnTo>
                <a:lnTo>
                  <a:pt x="5429239" y="4741"/>
                </a:lnTo>
                <a:lnTo>
                  <a:pt x="4576890" y="901"/>
                </a:lnTo>
                <a:lnTo>
                  <a:pt x="3912460" y="0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4574" rIns="0" bIns="0" rtlCol="0">
            <a:spAutoFit/>
          </a:bodyPr>
          <a:lstStyle/>
          <a:p>
            <a:pPr marL="2652395">
              <a:lnSpc>
                <a:spcPct val="100000"/>
              </a:lnSpc>
              <a:spcBef>
                <a:spcPts val="130"/>
              </a:spcBef>
            </a:pPr>
            <a:r>
              <a:rPr sz="2750" spc="65" dirty="0"/>
              <a:t>Problem</a:t>
            </a:r>
            <a:r>
              <a:rPr sz="2750" spc="-114" dirty="0"/>
              <a:t> </a:t>
            </a:r>
            <a:r>
              <a:rPr sz="2750" spc="35" dirty="0"/>
              <a:t>Statement</a:t>
            </a:r>
            <a:endParaRPr sz="2750"/>
          </a:p>
        </p:txBody>
      </p:sp>
      <p:sp>
        <p:nvSpPr>
          <p:cNvPr id="11" name="object 11"/>
          <p:cNvSpPr txBox="1"/>
          <p:nvPr/>
        </p:nvSpPr>
        <p:spPr>
          <a:xfrm>
            <a:off x="1242377" y="1423288"/>
            <a:ext cx="7395209" cy="4845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00" spc="-10" dirty="0">
                <a:latin typeface="Trebuchet MS"/>
                <a:cs typeface="Trebuchet MS"/>
              </a:rPr>
              <a:t>To</a:t>
            </a:r>
            <a:r>
              <a:rPr sz="1500" spc="-3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predict</a:t>
            </a:r>
            <a:r>
              <a:rPr sz="1500" spc="-7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risk</a:t>
            </a:r>
            <a:r>
              <a:rPr sz="1500" spc="1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factors</a:t>
            </a:r>
            <a:r>
              <a:rPr sz="1500" spc="-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for</a:t>
            </a:r>
            <a:r>
              <a:rPr sz="1500" spc="-3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drivers</a:t>
            </a:r>
            <a:r>
              <a:rPr sz="1500" spc="-8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based</a:t>
            </a:r>
            <a:r>
              <a:rPr sz="1500" spc="3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on</a:t>
            </a:r>
            <a:r>
              <a:rPr sz="1500" spc="-35" dirty="0">
                <a:latin typeface="Trebuchet MS"/>
                <a:cs typeface="Trebuchet MS"/>
              </a:rPr>
              <a:t> </a:t>
            </a:r>
            <a:r>
              <a:rPr sz="1500" spc="-20" dirty="0">
                <a:latin typeface="Trebuchet MS"/>
                <a:cs typeface="Trebuchet MS"/>
              </a:rPr>
              <a:t>events,</a:t>
            </a:r>
            <a:r>
              <a:rPr sz="1500" spc="-4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total</a:t>
            </a:r>
            <a:r>
              <a:rPr sz="1500" spc="-40" dirty="0">
                <a:latin typeface="Trebuchet MS"/>
                <a:cs typeface="Trebuchet MS"/>
              </a:rPr>
              <a:t> </a:t>
            </a:r>
            <a:r>
              <a:rPr sz="1500" spc="-10" dirty="0">
                <a:latin typeface="Trebuchet MS"/>
                <a:cs typeface="Trebuchet MS"/>
              </a:rPr>
              <a:t>distance,</a:t>
            </a:r>
            <a:r>
              <a:rPr sz="1500" spc="-4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average</a:t>
            </a:r>
            <a:r>
              <a:rPr sz="1500" spc="-4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speed,</a:t>
            </a:r>
            <a:r>
              <a:rPr sz="1500" spc="-40" dirty="0">
                <a:latin typeface="Trebuchet MS"/>
                <a:cs typeface="Trebuchet MS"/>
              </a:rPr>
              <a:t> </a:t>
            </a:r>
            <a:r>
              <a:rPr sz="1500" spc="-25" dirty="0">
                <a:latin typeface="Trebuchet MS"/>
                <a:cs typeface="Trebuchet MS"/>
              </a:rPr>
              <a:t>and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500" spc="-10" dirty="0">
                <a:latin typeface="Trebuchet MS"/>
                <a:cs typeface="Trebuchet MS"/>
              </a:rPr>
              <a:t>mileage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09039" y="2619311"/>
            <a:ext cx="6986270" cy="483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Trebuchet MS"/>
                <a:cs typeface="Trebuchet MS"/>
              </a:rPr>
              <a:t>Identify</a:t>
            </a:r>
            <a:r>
              <a:rPr sz="1500" spc="-4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risky</a:t>
            </a:r>
            <a:r>
              <a:rPr sz="1500" spc="-45" dirty="0">
                <a:latin typeface="Trebuchet MS"/>
                <a:cs typeface="Trebuchet MS"/>
              </a:rPr>
              <a:t> </a:t>
            </a:r>
            <a:r>
              <a:rPr sz="1500" spc="-10" dirty="0">
                <a:latin typeface="Trebuchet MS"/>
                <a:cs typeface="Trebuchet MS"/>
              </a:rPr>
              <a:t>drivers,</a:t>
            </a:r>
            <a:r>
              <a:rPr sz="1500" spc="-40" dirty="0">
                <a:latin typeface="Trebuchet MS"/>
                <a:cs typeface="Trebuchet MS"/>
              </a:rPr>
              <a:t> </a:t>
            </a:r>
            <a:r>
              <a:rPr sz="1500" spc="70" dirty="0">
                <a:latin typeface="Trebuchet MS"/>
                <a:cs typeface="Trebuchet MS"/>
              </a:rPr>
              <a:t>on</a:t>
            </a:r>
            <a:r>
              <a:rPr sz="1500" spc="-3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a</a:t>
            </a:r>
            <a:r>
              <a:rPr sz="1500" spc="-5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scale</a:t>
            </a:r>
            <a:r>
              <a:rPr sz="1500" spc="-5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of</a:t>
            </a:r>
            <a:r>
              <a:rPr sz="1500" spc="-30" dirty="0">
                <a:latin typeface="Trebuchet MS"/>
                <a:cs typeface="Trebuchet MS"/>
              </a:rPr>
              <a:t> </a:t>
            </a:r>
            <a:r>
              <a:rPr sz="1500" spc="-150" dirty="0">
                <a:latin typeface="Trebuchet MS"/>
                <a:cs typeface="Trebuchet MS"/>
              </a:rPr>
              <a:t>1</a:t>
            </a:r>
            <a:r>
              <a:rPr sz="1500" spc="-45" dirty="0">
                <a:latin typeface="Trebuchet MS"/>
                <a:cs typeface="Trebuchet MS"/>
              </a:rPr>
              <a:t> </a:t>
            </a:r>
            <a:r>
              <a:rPr sz="1500" spc="229" dirty="0">
                <a:latin typeface="Trebuchet MS"/>
                <a:cs typeface="Trebuchet MS"/>
              </a:rPr>
              <a:t>–</a:t>
            </a:r>
            <a:r>
              <a:rPr sz="1500" spc="-40" dirty="0">
                <a:latin typeface="Trebuchet MS"/>
                <a:cs typeface="Trebuchet MS"/>
              </a:rPr>
              <a:t> </a:t>
            </a:r>
            <a:r>
              <a:rPr sz="1500" spc="-100" dirty="0">
                <a:latin typeface="Trebuchet MS"/>
                <a:cs typeface="Trebuchet MS"/>
              </a:rPr>
              <a:t>10,</a:t>
            </a:r>
            <a:r>
              <a:rPr sz="1500" spc="-4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by</a:t>
            </a:r>
            <a:r>
              <a:rPr sz="1500" spc="-4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analyzing</a:t>
            </a:r>
            <a:r>
              <a:rPr sz="1500" spc="-1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data</a:t>
            </a:r>
            <a:r>
              <a:rPr sz="1500" spc="-55" dirty="0">
                <a:latin typeface="Trebuchet MS"/>
                <a:cs typeface="Trebuchet MS"/>
              </a:rPr>
              <a:t> </a:t>
            </a:r>
            <a:r>
              <a:rPr sz="1500" spc="70" dirty="0">
                <a:latin typeface="Trebuchet MS"/>
                <a:cs typeface="Trebuchet MS"/>
              </a:rPr>
              <a:t>on</a:t>
            </a:r>
            <a:r>
              <a:rPr sz="1500" spc="-35" dirty="0">
                <a:latin typeface="Trebuchet MS"/>
                <a:cs typeface="Trebuchet MS"/>
              </a:rPr>
              <a:t> </a:t>
            </a:r>
            <a:r>
              <a:rPr sz="1500" spc="-10" dirty="0">
                <a:latin typeface="Trebuchet MS"/>
                <a:cs typeface="Trebuchet MS"/>
              </a:rPr>
              <a:t>location,</a:t>
            </a:r>
            <a:r>
              <a:rPr sz="1500" spc="-45" dirty="0">
                <a:latin typeface="Trebuchet MS"/>
                <a:cs typeface="Trebuchet MS"/>
              </a:rPr>
              <a:t> </a:t>
            </a:r>
            <a:r>
              <a:rPr sz="1500" spc="-10" dirty="0">
                <a:latin typeface="Trebuchet MS"/>
                <a:cs typeface="Trebuchet MS"/>
              </a:rPr>
              <a:t>vehicles, mileage,</a:t>
            </a:r>
            <a:r>
              <a:rPr sz="1500" spc="-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gas</a:t>
            </a:r>
            <a:r>
              <a:rPr sz="1500" spc="3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consumption,</a:t>
            </a:r>
            <a:r>
              <a:rPr sz="1500" spc="-5" dirty="0">
                <a:latin typeface="Trebuchet MS"/>
                <a:cs typeface="Trebuchet MS"/>
              </a:rPr>
              <a:t> </a:t>
            </a:r>
            <a:r>
              <a:rPr sz="1500" spc="-20" dirty="0">
                <a:latin typeface="Trebuchet MS"/>
                <a:cs typeface="Trebuchet MS"/>
              </a:rPr>
              <a:t>events,</a:t>
            </a:r>
            <a:r>
              <a:rPr sz="1500" spc="8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and</a:t>
            </a:r>
            <a:r>
              <a:rPr sz="1500" spc="-2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risk</a:t>
            </a:r>
            <a:r>
              <a:rPr sz="1500" spc="45" dirty="0">
                <a:latin typeface="Trebuchet MS"/>
                <a:cs typeface="Trebuchet MS"/>
              </a:rPr>
              <a:t> </a:t>
            </a:r>
            <a:r>
              <a:rPr sz="1500" spc="-10" dirty="0">
                <a:latin typeface="Trebuchet MS"/>
                <a:cs typeface="Trebuchet MS"/>
              </a:rPr>
              <a:t>factors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38872" y="3801109"/>
            <a:ext cx="7468234" cy="483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latin typeface="Trebuchet MS"/>
                <a:cs typeface="Trebuchet MS"/>
              </a:rPr>
              <a:t>To</a:t>
            </a:r>
            <a:r>
              <a:rPr sz="1500" spc="-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reduce</a:t>
            </a:r>
            <a:r>
              <a:rPr sz="1500" spc="-2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driver</a:t>
            </a:r>
            <a:r>
              <a:rPr sz="1500" spc="-1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risks</a:t>
            </a:r>
            <a:r>
              <a:rPr sz="1500" spc="2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and</a:t>
            </a:r>
            <a:r>
              <a:rPr sz="1500" spc="6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help</a:t>
            </a:r>
            <a:r>
              <a:rPr sz="1500" spc="-2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prevent</a:t>
            </a:r>
            <a:r>
              <a:rPr sz="1500" spc="-4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accidents</a:t>
            </a:r>
            <a:r>
              <a:rPr sz="1500" spc="2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involving</a:t>
            </a:r>
            <a:r>
              <a:rPr sz="1500" spc="20" dirty="0">
                <a:latin typeface="Trebuchet MS"/>
                <a:cs typeface="Trebuchet MS"/>
              </a:rPr>
              <a:t> </a:t>
            </a:r>
            <a:r>
              <a:rPr sz="1500" spc="-10" dirty="0">
                <a:latin typeface="Trebuchet MS"/>
                <a:cs typeface="Trebuchet MS"/>
              </a:rPr>
              <a:t>large</a:t>
            </a:r>
            <a:r>
              <a:rPr sz="1500" spc="-2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commercial</a:t>
            </a:r>
            <a:r>
              <a:rPr sz="1500" spc="65" dirty="0">
                <a:latin typeface="Trebuchet MS"/>
                <a:cs typeface="Trebuchet MS"/>
              </a:rPr>
              <a:t> </a:t>
            </a:r>
            <a:r>
              <a:rPr sz="1500" spc="-10" dirty="0">
                <a:latin typeface="Trebuchet MS"/>
                <a:cs typeface="Trebuchet MS"/>
              </a:rPr>
              <a:t>trucks</a:t>
            </a:r>
            <a:r>
              <a:rPr sz="1500" spc="-60" dirty="0">
                <a:latin typeface="Trebuchet MS"/>
                <a:cs typeface="Trebuchet MS"/>
              </a:rPr>
              <a:t> </a:t>
            </a:r>
            <a:r>
              <a:rPr sz="1500" spc="-25" dirty="0">
                <a:latin typeface="Trebuchet MS"/>
                <a:cs typeface="Trebuchet MS"/>
              </a:rPr>
              <a:t>in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500" dirty="0">
                <a:latin typeface="Trebuchet MS"/>
                <a:cs typeface="Trebuchet MS"/>
              </a:rPr>
              <a:t>the</a:t>
            </a:r>
            <a:r>
              <a:rPr sz="1500" spc="-35" dirty="0">
                <a:latin typeface="Trebuchet MS"/>
                <a:cs typeface="Trebuchet MS"/>
              </a:rPr>
              <a:t> US,</a:t>
            </a:r>
            <a:r>
              <a:rPr sz="1500" spc="-2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minimizing</a:t>
            </a:r>
            <a:r>
              <a:rPr sz="1500" spc="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injuries</a:t>
            </a:r>
            <a:r>
              <a:rPr sz="1500" spc="-6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and</a:t>
            </a:r>
            <a:r>
              <a:rPr sz="1500" spc="-30" dirty="0">
                <a:latin typeface="Trebuchet MS"/>
                <a:cs typeface="Trebuchet MS"/>
              </a:rPr>
              <a:t> </a:t>
            </a:r>
            <a:r>
              <a:rPr sz="1500" spc="-10" dirty="0">
                <a:latin typeface="Trebuchet MS"/>
                <a:cs typeface="Trebuchet MS"/>
              </a:rPr>
              <a:t>deaths</a:t>
            </a:r>
            <a:endParaRPr sz="1500">
              <a:latin typeface="Trebuchet MS"/>
              <a:cs typeface="Trebuchet M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52438" y="1333500"/>
            <a:ext cx="647700" cy="638175"/>
            <a:chOff x="152438" y="1333500"/>
            <a:chExt cx="647700" cy="638175"/>
          </a:xfrm>
        </p:grpSpPr>
        <p:sp>
          <p:nvSpPr>
            <p:cNvPr id="15" name="object 15"/>
            <p:cNvSpPr/>
            <p:nvPr/>
          </p:nvSpPr>
          <p:spPr>
            <a:xfrm>
              <a:off x="152438" y="1333500"/>
              <a:ext cx="647700" cy="638175"/>
            </a:xfrm>
            <a:custGeom>
              <a:avLst/>
              <a:gdLst/>
              <a:ahLst/>
              <a:cxnLst/>
              <a:rect l="l" t="t" r="r" b="b"/>
              <a:pathLst>
                <a:path w="647700" h="638175">
                  <a:moveTo>
                    <a:pt x="323811" y="0"/>
                  </a:moveTo>
                  <a:lnTo>
                    <a:pt x="276091" y="3474"/>
                  </a:lnTo>
                  <a:lnTo>
                    <a:pt x="230502" y="13562"/>
                  </a:lnTo>
                  <a:lnTo>
                    <a:pt x="187551" y="29760"/>
                  </a:lnTo>
                  <a:lnTo>
                    <a:pt x="147748" y="51567"/>
                  </a:lnTo>
                  <a:lnTo>
                    <a:pt x="111602" y="78480"/>
                  </a:lnTo>
                  <a:lnTo>
                    <a:pt x="79621" y="109995"/>
                  </a:lnTo>
                  <a:lnTo>
                    <a:pt x="52314" y="145611"/>
                  </a:lnTo>
                  <a:lnTo>
                    <a:pt x="30189" y="184824"/>
                  </a:lnTo>
                  <a:lnTo>
                    <a:pt x="13756" y="227133"/>
                  </a:lnTo>
                  <a:lnTo>
                    <a:pt x="3524" y="272033"/>
                  </a:lnTo>
                  <a:lnTo>
                    <a:pt x="0" y="319024"/>
                  </a:lnTo>
                  <a:lnTo>
                    <a:pt x="3524" y="366045"/>
                  </a:lnTo>
                  <a:lnTo>
                    <a:pt x="13756" y="410972"/>
                  </a:lnTo>
                  <a:lnTo>
                    <a:pt x="30189" y="453301"/>
                  </a:lnTo>
                  <a:lnTo>
                    <a:pt x="52314" y="492530"/>
                  </a:lnTo>
                  <a:lnTo>
                    <a:pt x="79621" y="528158"/>
                  </a:lnTo>
                  <a:lnTo>
                    <a:pt x="111602" y="559682"/>
                  </a:lnTo>
                  <a:lnTo>
                    <a:pt x="147748" y="586600"/>
                  </a:lnTo>
                  <a:lnTo>
                    <a:pt x="187551" y="608411"/>
                  </a:lnTo>
                  <a:lnTo>
                    <a:pt x="230502" y="624612"/>
                  </a:lnTo>
                  <a:lnTo>
                    <a:pt x="276091" y="634700"/>
                  </a:lnTo>
                  <a:lnTo>
                    <a:pt x="323811" y="638175"/>
                  </a:lnTo>
                  <a:lnTo>
                    <a:pt x="371532" y="634700"/>
                  </a:lnTo>
                  <a:lnTo>
                    <a:pt x="417124" y="624612"/>
                  </a:lnTo>
                  <a:lnTo>
                    <a:pt x="460079" y="608411"/>
                  </a:lnTo>
                  <a:lnTo>
                    <a:pt x="499886" y="586600"/>
                  </a:lnTo>
                  <a:lnTo>
                    <a:pt x="536037" y="559682"/>
                  </a:lnTo>
                  <a:lnTo>
                    <a:pt x="568024" y="528158"/>
                  </a:lnTo>
                  <a:lnTo>
                    <a:pt x="595336" y="492530"/>
                  </a:lnTo>
                  <a:lnTo>
                    <a:pt x="617465" y="453301"/>
                  </a:lnTo>
                  <a:lnTo>
                    <a:pt x="633901" y="410972"/>
                  </a:lnTo>
                  <a:lnTo>
                    <a:pt x="644137" y="366045"/>
                  </a:lnTo>
                  <a:lnTo>
                    <a:pt x="647661" y="319024"/>
                  </a:lnTo>
                  <a:lnTo>
                    <a:pt x="644137" y="272033"/>
                  </a:lnTo>
                  <a:lnTo>
                    <a:pt x="633901" y="227133"/>
                  </a:lnTo>
                  <a:lnTo>
                    <a:pt x="617465" y="184824"/>
                  </a:lnTo>
                  <a:lnTo>
                    <a:pt x="595336" y="145611"/>
                  </a:lnTo>
                  <a:lnTo>
                    <a:pt x="568024" y="109995"/>
                  </a:lnTo>
                  <a:lnTo>
                    <a:pt x="536037" y="78480"/>
                  </a:lnTo>
                  <a:lnTo>
                    <a:pt x="499886" y="51567"/>
                  </a:lnTo>
                  <a:lnTo>
                    <a:pt x="460079" y="29760"/>
                  </a:lnTo>
                  <a:lnTo>
                    <a:pt x="417124" y="13562"/>
                  </a:lnTo>
                  <a:lnTo>
                    <a:pt x="371532" y="3474"/>
                  </a:lnTo>
                  <a:lnTo>
                    <a:pt x="323811" y="0"/>
                  </a:lnTo>
                  <a:close/>
                </a:path>
              </a:pathLst>
            </a:custGeom>
            <a:solidFill>
              <a:srgbClr val="2128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45389" y="1514475"/>
              <a:ext cx="281305" cy="257175"/>
            </a:xfrm>
            <a:custGeom>
              <a:avLst/>
              <a:gdLst/>
              <a:ahLst/>
              <a:cxnLst/>
              <a:rect l="l" t="t" r="r" b="b"/>
              <a:pathLst>
                <a:path w="281305" h="257175">
                  <a:moveTo>
                    <a:pt x="151231" y="0"/>
                  </a:moveTo>
                  <a:lnTo>
                    <a:pt x="143421" y="0"/>
                  </a:lnTo>
                  <a:lnTo>
                    <a:pt x="135470" y="508"/>
                  </a:lnTo>
                  <a:lnTo>
                    <a:pt x="74153" y="17514"/>
                  </a:lnTo>
                  <a:lnTo>
                    <a:pt x="32243" y="46831"/>
                  </a:lnTo>
                  <a:lnTo>
                    <a:pt x="6066" y="85625"/>
                  </a:lnTo>
                  <a:lnTo>
                    <a:pt x="0" y="129921"/>
                  </a:lnTo>
                  <a:lnTo>
                    <a:pt x="4419" y="148992"/>
                  </a:lnTo>
                  <a:lnTo>
                    <a:pt x="12817" y="166576"/>
                  </a:lnTo>
                  <a:lnTo>
                    <a:pt x="24906" y="182373"/>
                  </a:lnTo>
                  <a:lnTo>
                    <a:pt x="40398" y="196087"/>
                  </a:lnTo>
                  <a:lnTo>
                    <a:pt x="25907" y="257175"/>
                  </a:lnTo>
                  <a:lnTo>
                    <a:pt x="84950" y="217170"/>
                  </a:lnTo>
                  <a:lnTo>
                    <a:pt x="95072" y="219817"/>
                  </a:lnTo>
                  <a:lnTo>
                    <a:pt x="105514" y="221678"/>
                  </a:lnTo>
                  <a:lnTo>
                    <a:pt x="116275" y="222777"/>
                  </a:lnTo>
                  <a:lnTo>
                    <a:pt x="127355" y="223138"/>
                  </a:lnTo>
                  <a:lnTo>
                    <a:pt x="140146" y="222678"/>
                  </a:lnTo>
                  <a:lnTo>
                    <a:pt x="207036" y="205926"/>
                  </a:lnTo>
                  <a:lnTo>
                    <a:pt x="248897" y="176561"/>
                  </a:lnTo>
                  <a:lnTo>
                    <a:pt x="274827" y="137529"/>
                  </a:lnTo>
                  <a:lnTo>
                    <a:pt x="280746" y="93090"/>
                  </a:lnTo>
                  <a:lnTo>
                    <a:pt x="267667" y="55881"/>
                  </a:lnTo>
                  <a:lnTo>
                    <a:pt x="239248" y="26400"/>
                  </a:lnTo>
                  <a:lnTo>
                    <a:pt x="199200" y="6990"/>
                  </a:lnTo>
                  <a:lnTo>
                    <a:pt x="151231" y="0"/>
                  </a:lnTo>
                  <a:close/>
                </a:path>
              </a:pathLst>
            </a:custGeom>
            <a:solidFill>
              <a:srgbClr val="F1A2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18122" y="1466850"/>
              <a:ext cx="288290" cy="266700"/>
            </a:xfrm>
            <a:custGeom>
              <a:avLst/>
              <a:gdLst/>
              <a:ahLst/>
              <a:cxnLst/>
              <a:rect l="l" t="t" r="r" b="b"/>
              <a:pathLst>
                <a:path w="288290" h="266700">
                  <a:moveTo>
                    <a:pt x="131114" y="0"/>
                  </a:moveTo>
                  <a:lnTo>
                    <a:pt x="83308" y="6578"/>
                  </a:lnTo>
                  <a:lnTo>
                    <a:pt x="43149" y="25098"/>
                  </a:lnTo>
                  <a:lnTo>
                    <a:pt x="14194" y="53738"/>
                  </a:lnTo>
                  <a:lnTo>
                    <a:pt x="0" y="90677"/>
                  </a:lnTo>
                  <a:lnTo>
                    <a:pt x="5301" y="135241"/>
                  </a:lnTo>
                  <a:lnTo>
                    <a:pt x="31173" y="174672"/>
                  </a:lnTo>
                  <a:lnTo>
                    <a:pt x="73421" y="205031"/>
                  </a:lnTo>
                  <a:lnTo>
                    <a:pt x="127850" y="222376"/>
                  </a:lnTo>
                  <a:lnTo>
                    <a:pt x="155778" y="224154"/>
                  </a:lnTo>
                  <a:lnTo>
                    <a:pt x="166962" y="223845"/>
                  </a:lnTo>
                  <a:lnTo>
                    <a:pt x="177919" y="222916"/>
                  </a:lnTo>
                  <a:lnTo>
                    <a:pt x="188673" y="221368"/>
                  </a:lnTo>
                  <a:lnTo>
                    <a:pt x="199250" y="219201"/>
                  </a:lnTo>
                  <a:lnTo>
                    <a:pt x="264261" y="266700"/>
                  </a:lnTo>
                  <a:lnTo>
                    <a:pt x="245071" y="198120"/>
                  </a:lnTo>
                  <a:lnTo>
                    <a:pt x="261029" y="185132"/>
                  </a:lnTo>
                  <a:lnTo>
                    <a:pt x="273584" y="169941"/>
                  </a:lnTo>
                  <a:lnTo>
                    <a:pt x="282542" y="152775"/>
                  </a:lnTo>
                  <a:lnTo>
                    <a:pt x="287705" y="133858"/>
                  </a:lnTo>
                  <a:lnTo>
                    <a:pt x="282387" y="89060"/>
                  </a:lnTo>
                  <a:lnTo>
                    <a:pt x="256397" y="49323"/>
                  </a:lnTo>
                  <a:lnTo>
                    <a:pt x="213828" y="18897"/>
                  </a:lnTo>
                  <a:lnTo>
                    <a:pt x="158775" y="2032"/>
                  </a:lnTo>
                  <a:lnTo>
                    <a:pt x="144830" y="492"/>
                  </a:lnTo>
                  <a:lnTo>
                    <a:pt x="13111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161963" y="2543175"/>
            <a:ext cx="647700" cy="638175"/>
            <a:chOff x="161963" y="2543175"/>
            <a:chExt cx="647700" cy="638175"/>
          </a:xfrm>
        </p:grpSpPr>
        <p:sp>
          <p:nvSpPr>
            <p:cNvPr id="19" name="object 19"/>
            <p:cNvSpPr/>
            <p:nvPr/>
          </p:nvSpPr>
          <p:spPr>
            <a:xfrm>
              <a:off x="161963" y="2543175"/>
              <a:ext cx="647700" cy="638175"/>
            </a:xfrm>
            <a:custGeom>
              <a:avLst/>
              <a:gdLst/>
              <a:ahLst/>
              <a:cxnLst/>
              <a:rect l="l" t="t" r="r" b="b"/>
              <a:pathLst>
                <a:path w="647700" h="638175">
                  <a:moveTo>
                    <a:pt x="324332" y="0"/>
                  </a:moveTo>
                  <a:lnTo>
                    <a:pt x="276299" y="3453"/>
                  </a:lnTo>
                  <a:lnTo>
                    <a:pt x="230490" y="13486"/>
                  </a:lnTo>
                  <a:lnTo>
                    <a:pt x="187400" y="29606"/>
                  </a:lnTo>
                  <a:lnTo>
                    <a:pt x="147523" y="51319"/>
                  </a:lnTo>
                  <a:lnTo>
                    <a:pt x="111357" y="78132"/>
                  </a:lnTo>
                  <a:lnTo>
                    <a:pt x="79395" y="109552"/>
                  </a:lnTo>
                  <a:lnTo>
                    <a:pt x="52134" y="145088"/>
                  </a:lnTo>
                  <a:lnTo>
                    <a:pt x="30068" y="184244"/>
                  </a:lnTo>
                  <a:lnTo>
                    <a:pt x="13694" y="226530"/>
                  </a:lnTo>
                  <a:lnTo>
                    <a:pt x="3506" y="271451"/>
                  </a:lnTo>
                  <a:lnTo>
                    <a:pt x="0" y="318516"/>
                  </a:lnTo>
                  <a:lnTo>
                    <a:pt x="3506" y="365864"/>
                  </a:lnTo>
                  <a:lnTo>
                    <a:pt x="13694" y="411018"/>
                  </a:lnTo>
                  <a:lnTo>
                    <a:pt x="30068" y="453490"/>
                  </a:lnTo>
                  <a:lnTo>
                    <a:pt x="52134" y="492792"/>
                  </a:lnTo>
                  <a:lnTo>
                    <a:pt x="79395" y="528436"/>
                  </a:lnTo>
                  <a:lnTo>
                    <a:pt x="111357" y="559935"/>
                  </a:lnTo>
                  <a:lnTo>
                    <a:pt x="147523" y="586800"/>
                  </a:lnTo>
                  <a:lnTo>
                    <a:pt x="187400" y="608545"/>
                  </a:lnTo>
                  <a:lnTo>
                    <a:pt x="230490" y="624681"/>
                  </a:lnTo>
                  <a:lnTo>
                    <a:pt x="276299" y="634720"/>
                  </a:lnTo>
                  <a:lnTo>
                    <a:pt x="324332" y="638175"/>
                  </a:lnTo>
                  <a:lnTo>
                    <a:pt x="372106" y="634720"/>
                  </a:lnTo>
                  <a:lnTo>
                    <a:pt x="417703" y="624681"/>
                  </a:lnTo>
                  <a:lnTo>
                    <a:pt x="460624" y="608545"/>
                  </a:lnTo>
                  <a:lnTo>
                    <a:pt x="500368" y="586800"/>
                  </a:lnTo>
                  <a:lnTo>
                    <a:pt x="536435" y="559935"/>
                  </a:lnTo>
                  <a:lnTo>
                    <a:pt x="568326" y="528436"/>
                  </a:lnTo>
                  <a:lnTo>
                    <a:pt x="595539" y="492792"/>
                  </a:lnTo>
                  <a:lnTo>
                    <a:pt x="617576" y="453490"/>
                  </a:lnTo>
                  <a:lnTo>
                    <a:pt x="633936" y="411018"/>
                  </a:lnTo>
                  <a:lnTo>
                    <a:pt x="644118" y="365864"/>
                  </a:lnTo>
                  <a:lnTo>
                    <a:pt x="647623" y="318516"/>
                  </a:lnTo>
                  <a:lnTo>
                    <a:pt x="644118" y="271451"/>
                  </a:lnTo>
                  <a:lnTo>
                    <a:pt x="633936" y="226530"/>
                  </a:lnTo>
                  <a:lnTo>
                    <a:pt x="617576" y="184244"/>
                  </a:lnTo>
                  <a:lnTo>
                    <a:pt x="595539" y="145088"/>
                  </a:lnTo>
                  <a:lnTo>
                    <a:pt x="568326" y="109552"/>
                  </a:lnTo>
                  <a:lnTo>
                    <a:pt x="536435" y="78132"/>
                  </a:lnTo>
                  <a:lnTo>
                    <a:pt x="500368" y="51319"/>
                  </a:lnTo>
                  <a:lnTo>
                    <a:pt x="460624" y="29606"/>
                  </a:lnTo>
                  <a:lnTo>
                    <a:pt x="417703" y="13486"/>
                  </a:lnTo>
                  <a:lnTo>
                    <a:pt x="372106" y="3453"/>
                  </a:lnTo>
                  <a:lnTo>
                    <a:pt x="324332" y="0"/>
                  </a:lnTo>
                  <a:close/>
                </a:path>
              </a:pathLst>
            </a:custGeom>
            <a:solidFill>
              <a:srgbClr val="2F46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2425" y="2886075"/>
              <a:ext cx="76161" cy="762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6250" y="2686050"/>
              <a:ext cx="228600" cy="219075"/>
            </a:xfrm>
            <a:prstGeom prst="rect">
              <a:avLst/>
            </a:prstGeom>
          </p:spPr>
        </p:pic>
      </p:grpSp>
      <p:grpSp>
        <p:nvGrpSpPr>
          <p:cNvPr id="22" name="object 22"/>
          <p:cNvGrpSpPr/>
          <p:nvPr/>
        </p:nvGrpSpPr>
        <p:grpSpPr>
          <a:xfrm>
            <a:off x="171488" y="3695700"/>
            <a:ext cx="647700" cy="638175"/>
            <a:chOff x="171488" y="3695700"/>
            <a:chExt cx="647700" cy="638175"/>
          </a:xfrm>
        </p:grpSpPr>
        <p:sp>
          <p:nvSpPr>
            <p:cNvPr id="23" name="object 23"/>
            <p:cNvSpPr/>
            <p:nvPr/>
          </p:nvSpPr>
          <p:spPr>
            <a:xfrm>
              <a:off x="171488" y="3695700"/>
              <a:ext cx="647700" cy="638175"/>
            </a:xfrm>
            <a:custGeom>
              <a:avLst/>
              <a:gdLst/>
              <a:ahLst/>
              <a:cxnLst/>
              <a:rect l="l" t="t" r="r" b="b"/>
              <a:pathLst>
                <a:path w="647700" h="638175">
                  <a:moveTo>
                    <a:pt x="324332" y="0"/>
                  </a:moveTo>
                  <a:lnTo>
                    <a:pt x="276299" y="3474"/>
                  </a:lnTo>
                  <a:lnTo>
                    <a:pt x="230490" y="13562"/>
                  </a:lnTo>
                  <a:lnTo>
                    <a:pt x="187400" y="29762"/>
                  </a:lnTo>
                  <a:lnTo>
                    <a:pt x="147523" y="51570"/>
                  </a:lnTo>
                  <a:lnTo>
                    <a:pt x="111357" y="78486"/>
                  </a:lnTo>
                  <a:lnTo>
                    <a:pt x="79395" y="110006"/>
                  </a:lnTo>
                  <a:lnTo>
                    <a:pt x="52134" y="145628"/>
                  </a:lnTo>
                  <a:lnTo>
                    <a:pt x="30068" y="184849"/>
                  </a:lnTo>
                  <a:lnTo>
                    <a:pt x="13694" y="227168"/>
                  </a:lnTo>
                  <a:lnTo>
                    <a:pt x="3506" y="272081"/>
                  </a:lnTo>
                  <a:lnTo>
                    <a:pt x="0" y="319087"/>
                  </a:lnTo>
                  <a:lnTo>
                    <a:pt x="3506" y="366106"/>
                  </a:lnTo>
                  <a:lnTo>
                    <a:pt x="13694" y="411026"/>
                  </a:lnTo>
                  <a:lnTo>
                    <a:pt x="30068" y="453346"/>
                  </a:lnTo>
                  <a:lnTo>
                    <a:pt x="52134" y="492563"/>
                  </a:lnTo>
                  <a:lnTo>
                    <a:pt x="79395" y="528178"/>
                  </a:lnTo>
                  <a:lnTo>
                    <a:pt x="111357" y="559688"/>
                  </a:lnTo>
                  <a:lnTo>
                    <a:pt x="147523" y="586593"/>
                  </a:lnTo>
                  <a:lnTo>
                    <a:pt x="187400" y="608391"/>
                  </a:lnTo>
                  <a:lnTo>
                    <a:pt x="230490" y="624582"/>
                  </a:lnTo>
                  <a:lnTo>
                    <a:pt x="276299" y="634664"/>
                  </a:lnTo>
                  <a:lnTo>
                    <a:pt x="324332" y="638136"/>
                  </a:lnTo>
                  <a:lnTo>
                    <a:pt x="372106" y="634664"/>
                  </a:lnTo>
                  <a:lnTo>
                    <a:pt x="417703" y="624582"/>
                  </a:lnTo>
                  <a:lnTo>
                    <a:pt x="460624" y="608391"/>
                  </a:lnTo>
                  <a:lnTo>
                    <a:pt x="500368" y="586593"/>
                  </a:lnTo>
                  <a:lnTo>
                    <a:pt x="536435" y="559688"/>
                  </a:lnTo>
                  <a:lnTo>
                    <a:pt x="568326" y="528178"/>
                  </a:lnTo>
                  <a:lnTo>
                    <a:pt x="595539" y="492563"/>
                  </a:lnTo>
                  <a:lnTo>
                    <a:pt x="617576" y="453346"/>
                  </a:lnTo>
                  <a:lnTo>
                    <a:pt x="633936" y="411026"/>
                  </a:lnTo>
                  <a:lnTo>
                    <a:pt x="644118" y="366106"/>
                  </a:lnTo>
                  <a:lnTo>
                    <a:pt x="647623" y="319087"/>
                  </a:lnTo>
                  <a:lnTo>
                    <a:pt x="644118" y="272081"/>
                  </a:lnTo>
                  <a:lnTo>
                    <a:pt x="633936" y="227168"/>
                  </a:lnTo>
                  <a:lnTo>
                    <a:pt x="617576" y="184849"/>
                  </a:lnTo>
                  <a:lnTo>
                    <a:pt x="595539" y="145628"/>
                  </a:lnTo>
                  <a:lnTo>
                    <a:pt x="568326" y="110006"/>
                  </a:lnTo>
                  <a:lnTo>
                    <a:pt x="536435" y="78486"/>
                  </a:lnTo>
                  <a:lnTo>
                    <a:pt x="500368" y="51570"/>
                  </a:lnTo>
                  <a:lnTo>
                    <a:pt x="460624" y="29762"/>
                  </a:lnTo>
                  <a:lnTo>
                    <a:pt x="417703" y="13562"/>
                  </a:lnTo>
                  <a:lnTo>
                    <a:pt x="372106" y="3474"/>
                  </a:lnTo>
                  <a:lnTo>
                    <a:pt x="324332" y="0"/>
                  </a:lnTo>
                  <a:close/>
                </a:path>
              </a:pathLst>
            </a:custGeom>
            <a:solidFill>
              <a:srgbClr val="2128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32903" y="3838575"/>
              <a:ext cx="292735" cy="390525"/>
            </a:xfrm>
            <a:custGeom>
              <a:avLst/>
              <a:gdLst/>
              <a:ahLst/>
              <a:cxnLst/>
              <a:rect l="l" t="t" r="r" b="b"/>
              <a:pathLst>
                <a:path w="292734" h="390525">
                  <a:moveTo>
                    <a:pt x="283459" y="219214"/>
                  </a:moveTo>
                  <a:lnTo>
                    <a:pt x="45073" y="219214"/>
                  </a:lnTo>
                  <a:lnTo>
                    <a:pt x="44389" y="228441"/>
                  </a:lnTo>
                  <a:lnTo>
                    <a:pt x="51213" y="271501"/>
                  </a:lnTo>
                  <a:lnTo>
                    <a:pt x="87272" y="288771"/>
                  </a:lnTo>
                  <a:lnTo>
                    <a:pt x="115787" y="293154"/>
                  </a:lnTo>
                  <a:lnTo>
                    <a:pt x="115787" y="378587"/>
                  </a:lnTo>
                  <a:lnTo>
                    <a:pt x="120295" y="380446"/>
                  </a:lnTo>
                  <a:lnTo>
                    <a:pt x="132689" y="384536"/>
                  </a:lnTo>
                  <a:lnTo>
                    <a:pt x="151271" y="388627"/>
                  </a:lnTo>
                  <a:lnTo>
                    <a:pt x="174346" y="390486"/>
                  </a:lnTo>
                  <a:lnTo>
                    <a:pt x="188014" y="389788"/>
                  </a:lnTo>
                  <a:lnTo>
                    <a:pt x="202228" y="387459"/>
                  </a:lnTo>
                  <a:lnTo>
                    <a:pt x="216725" y="383152"/>
                  </a:lnTo>
                  <a:lnTo>
                    <a:pt x="231242" y="376516"/>
                  </a:lnTo>
                  <a:lnTo>
                    <a:pt x="228118" y="284835"/>
                  </a:lnTo>
                  <a:lnTo>
                    <a:pt x="238636" y="279774"/>
                  </a:lnTo>
                  <a:lnTo>
                    <a:pt x="261541" y="259964"/>
                  </a:lnTo>
                  <a:lnTo>
                    <a:pt x="283459" y="219214"/>
                  </a:lnTo>
                  <a:close/>
                </a:path>
                <a:path w="292734" h="390525">
                  <a:moveTo>
                    <a:pt x="157201" y="0"/>
                  </a:moveTo>
                  <a:lnTo>
                    <a:pt x="148895" y="0"/>
                  </a:lnTo>
                  <a:lnTo>
                    <a:pt x="140882" y="508"/>
                  </a:lnTo>
                  <a:lnTo>
                    <a:pt x="93900" y="12019"/>
                  </a:lnTo>
                  <a:lnTo>
                    <a:pt x="44395" y="56855"/>
                  </a:lnTo>
                  <a:lnTo>
                    <a:pt x="34622" y="86390"/>
                  </a:lnTo>
                  <a:lnTo>
                    <a:pt x="34513" y="94082"/>
                  </a:lnTo>
                  <a:lnTo>
                    <a:pt x="33489" y="117760"/>
                  </a:lnTo>
                  <a:lnTo>
                    <a:pt x="30710" y="143982"/>
                  </a:lnTo>
                  <a:lnTo>
                    <a:pt x="25299" y="161912"/>
                  </a:lnTo>
                  <a:lnTo>
                    <a:pt x="16612" y="175866"/>
                  </a:lnTo>
                  <a:lnTo>
                    <a:pt x="6455" y="193824"/>
                  </a:lnTo>
                  <a:lnTo>
                    <a:pt x="0" y="210414"/>
                  </a:lnTo>
                  <a:lnTo>
                    <a:pt x="2310" y="219845"/>
                  </a:lnTo>
                  <a:lnTo>
                    <a:pt x="2414" y="220268"/>
                  </a:lnTo>
                  <a:lnTo>
                    <a:pt x="6224" y="222465"/>
                  </a:lnTo>
                  <a:lnTo>
                    <a:pt x="11634" y="223253"/>
                  </a:lnTo>
                  <a:lnTo>
                    <a:pt x="17387" y="223253"/>
                  </a:lnTo>
                  <a:lnTo>
                    <a:pt x="27226" y="222622"/>
                  </a:lnTo>
                  <a:lnTo>
                    <a:pt x="36131" y="221233"/>
                  </a:lnTo>
                  <a:lnTo>
                    <a:pt x="42585" y="219845"/>
                  </a:lnTo>
                  <a:lnTo>
                    <a:pt x="45073" y="219214"/>
                  </a:lnTo>
                  <a:lnTo>
                    <a:pt x="283459" y="219214"/>
                  </a:lnTo>
                  <a:lnTo>
                    <a:pt x="283861" y="218468"/>
                  </a:lnTo>
                  <a:lnTo>
                    <a:pt x="292621" y="148348"/>
                  </a:lnTo>
                  <a:lnTo>
                    <a:pt x="283091" y="86390"/>
                  </a:lnTo>
                  <a:lnTo>
                    <a:pt x="260571" y="43784"/>
                  </a:lnTo>
                  <a:lnTo>
                    <a:pt x="229275" y="17321"/>
                  </a:lnTo>
                  <a:lnTo>
                    <a:pt x="193413" y="3795"/>
                  </a:lnTo>
                  <a:lnTo>
                    <a:pt x="15720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4004" y="3867150"/>
              <a:ext cx="187020" cy="11426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031234" y="1498839"/>
            <a:ext cx="5751830" cy="3205480"/>
            <a:chOff x="2031234" y="1498839"/>
            <a:chExt cx="5751830" cy="32054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31234" y="1498839"/>
              <a:ext cx="5739969" cy="320503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092528" y="2183815"/>
              <a:ext cx="5690870" cy="1495425"/>
            </a:xfrm>
            <a:custGeom>
              <a:avLst/>
              <a:gdLst/>
              <a:ahLst/>
              <a:cxnLst/>
              <a:rect l="l" t="t" r="r" b="b"/>
              <a:pathLst>
                <a:path w="5690870" h="1495425">
                  <a:moveTo>
                    <a:pt x="387223" y="59194"/>
                  </a:moveTo>
                  <a:lnTo>
                    <a:pt x="376097" y="38277"/>
                  </a:lnTo>
                  <a:lnTo>
                    <a:pt x="373875" y="37058"/>
                  </a:lnTo>
                  <a:lnTo>
                    <a:pt x="373875" y="59194"/>
                  </a:lnTo>
                  <a:lnTo>
                    <a:pt x="373875" y="81953"/>
                  </a:lnTo>
                  <a:lnTo>
                    <a:pt x="373875" y="453872"/>
                  </a:lnTo>
                  <a:lnTo>
                    <a:pt x="360210" y="470230"/>
                  </a:lnTo>
                  <a:lnTo>
                    <a:pt x="322427" y="485038"/>
                  </a:lnTo>
                  <a:lnTo>
                    <a:pt x="265303" y="495782"/>
                  </a:lnTo>
                  <a:lnTo>
                    <a:pt x="193611" y="499922"/>
                  </a:lnTo>
                  <a:lnTo>
                    <a:pt x="121920" y="495782"/>
                  </a:lnTo>
                  <a:lnTo>
                    <a:pt x="64795" y="485038"/>
                  </a:lnTo>
                  <a:lnTo>
                    <a:pt x="27012" y="470230"/>
                  </a:lnTo>
                  <a:lnTo>
                    <a:pt x="13347" y="453872"/>
                  </a:lnTo>
                  <a:lnTo>
                    <a:pt x="13347" y="345071"/>
                  </a:lnTo>
                  <a:lnTo>
                    <a:pt x="43980" y="360819"/>
                  </a:lnTo>
                  <a:lnTo>
                    <a:pt x="87363" y="372224"/>
                  </a:lnTo>
                  <a:lnTo>
                    <a:pt x="138811" y="379171"/>
                  </a:lnTo>
                  <a:lnTo>
                    <a:pt x="193611" y="381520"/>
                  </a:lnTo>
                  <a:lnTo>
                    <a:pt x="248412" y="379171"/>
                  </a:lnTo>
                  <a:lnTo>
                    <a:pt x="299859" y="372224"/>
                  </a:lnTo>
                  <a:lnTo>
                    <a:pt x="314553" y="368363"/>
                  </a:lnTo>
                  <a:lnTo>
                    <a:pt x="343242" y="360819"/>
                  </a:lnTo>
                  <a:lnTo>
                    <a:pt x="373875" y="345071"/>
                  </a:lnTo>
                  <a:lnTo>
                    <a:pt x="373875" y="322313"/>
                  </a:lnTo>
                  <a:lnTo>
                    <a:pt x="360210" y="338670"/>
                  </a:lnTo>
                  <a:lnTo>
                    <a:pt x="322427" y="353479"/>
                  </a:lnTo>
                  <a:lnTo>
                    <a:pt x="265303" y="364223"/>
                  </a:lnTo>
                  <a:lnTo>
                    <a:pt x="193611" y="368363"/>
                  </a:lnTo>
                  <a:lnTo>
                    <a:pt x="121920" y="364223"/>
                  </a:lnTo>
                  <a:lnTo>
                    <a:pt x="64795" y="353479"/>
                  </a:lnTo>
                  <a:lnTo>
                    <a:pt x="43357" y="345071"/>
                  </a:lnTo>
                  <a:lnTo>
                    <a:pt x="27012" y="338670"/>
                  </a:lnTo>
                  <a:lnTo>
                    <a:pt x="13347" y="322313"/>
                  </a:lnTo>
                  <a:lnTo>
                    <a:pt x="13347" y="213512"/>
                  </a:lnTo>
                  <a:lnTo>
                    <a:pt x="43980" y="229260"/>
                  </a:lnTo>
                  <a:lnTo>
                    <a:pt x="87363" y="240665"/>
                  </a:lnTo>
                  <a:lnTo>
                    <a:pt x="138811" y="247611"/>
                  </a:lnTo>
                  <a:lnTo>
                    <a:pt x="193611" y="249961"/>
                  </a:lnTo>
                  <a:lnTo>
                    <a:pt x="248412" y="247611"/>
                  </a:lnTo>
                  <a:lnTo>
                    <a:pt x="299859" y="240665"/>
                  </a:lnTo>
                  <a:lnTo>
                    <a:pt x="314553" y="236804"/>
                  </a:lnTo>
                  <a:lnTo>
                    <a:pt x="343242" y="229260"/>
                  </a:lnTo>
                  <a:lnTo>
                    <a:pt x="373875" y="213512"/>
                  </a:lnTo>
                  <a:lnTo>
                    <a:pt x="373875" y="190754"/>
                  </a:lnTo>
                  <a:lnTo>
                    <a:pt x="360210" y="207111"/>
                  </a:lnTo>
                  <a:lnTo>
                    <a:pt x="322427" y="221919"/>
                  </a:lnTo>
                  <a:lnTo>
                    <a:pt x="265303" y="232664"/>
                  </a:lnTo>
                  <a:lnTo>
                    <a:pt x="193611" y="236804"/>
                  </a:lnTo>
                  <a:lnTo>
                    <a:pt x="121920" y="232664"/>
                  </a:lnTo>
                  <a:lnTo>
                    <a:pt x="64795" y="221919"/>
                  </a:lnTo>
                  <a:lnTo>
                    <a:pt x="43357" y="213512"/>
                  </a:lnTo>
                  <a:lnTo>
                    <a:pt x="27012" y="207111"/>
                  </a:lnTo>
                  <a:lnTo>
                    <a:pt x="13347" y="190754"/>
                  </a:lnTo>
                  <a:lnTo>
                    <a:pt x="13347" y="81953"/>
                  </a:lnTo>
                  <a:lnTo>
                    <a:pt x="43980" y="97701"/>
                  </a:lnTo>
                  <a:lnTo>
                    <a:pt x="87363" y="109105"/>
                  </a:lnTo>
                  <a:lnTo>
                    <a:pt x="138811" y="116052"/>
                  </a:lnTo>
                  <a:lnTo>
                    <a:pt x="193611" y="118402"/>
                  </a:lnTo>
                  <a:lnTo>
                    <a:pt x="248412" y="116052"/>
                  </a:lnTo>
                  <a:lnTo>
                    <a:pt x="299859" y="109105"/>
                  </a:lnTo>
                  <a:lnTo>
                    <a:pt x="314553" y="105244"/>
                  </a:lnTo>
                  <a:lnTo>
                    <a:pt x="343242" y="97701"/>
                  </a:lnTo>
                  <a:lnTo>
                    <a:pt x="373875" y="81953"/>
                  </a:lnTo>
                  <a:lnTo>
                    <a:pt x="373875" y="59194"/>
                  </a:lnTo>
                  <a:lnTo>
                    <a:pt x="360210" y="75552"/>
                  </a:lnTo>
                  <a:lnTo>
                    <a:pt x="322427" y="90360"/>
                  </a:lnTo>
                  <a:lnTo>
                    <a:pt x="265303" y="101104"/>
                  </a:lnTo>
                  <a:lnTo>
                    <a:pt x="193611" y="105244"/>
                  </a:lnTo>
                  <a:lnTo>
                    <a:pt x="121920" y="101104"/>
                  </a:lnTo>
                  <a:lnTo>
                    <a:pt x="64795" y="90360"/>
                  </a:lnTo>
                  <a:lnTo>
                    <a:pt x="43357" y="81953"/>
                  </a:lnTo>
                  <a:lnTo>
                    <a:pt x="27012" y="75552"/>
                  </a:lnTo>
                  <a:lnTo>
                    <a:pt x="13347" y="59194"/>
                  </a:lnTo>
                  <a:lnTo>
                    <a:pt x="27012" y="42849"/>
                  </a:lnTo>
                  <a:lnTo>
                    <a:pt x="64795" y="28041"/>
                  </a:lnTo>
                  <a:lnTo>
                    <a:pt x="121920" y="17297"/>
                  </a:lnTo>
                  <a:lnTo>
                    <a:pt x="193611" y="13157"/>
                  </a:lnTo>
                  <a:lnTo>
                    <a:pt x="265303" y="17297"/>
                  </a:lnTo>
                  <a:lnTo>
                    <a:pt x="322427" y="28041"/>
                  </a:lnTo>
                  <a:lnTo>
                    <a:pt x="360210" y="42849"/>
                  </a:lnTo>
                  <a:lnTo>
                    <a:pt x="373875" y="59194"/>
                  </a:lnTo>
                  <a:lnTo>
                    <a:pt x="373875" y="37058"/>
                  </a:lnTo>
                  <a:lnTo>
                    <a:pt x="314706" y="13157"/>
                  </a:lnTo>
                  <a:lnTo>
                    <a:pt x="249796" y="2463"/>
                  </a:lnTo>
                  <a:lnTo>
                    <a:pt x="193611" y="0"/>
                  </a:lnTo>
                  <a:lnTo>
                    <a:pt x="137439" y="2463"/>
                  </a:lnTo>
                  <a:lnTo>
                    <a:pt x="84912" y="9766"/>
                  </a:lnTo>
                  <a:lnTo>
                    <a:pt x="41122" y="21755"/>
                  </a:lnTo>
                  <a:lnTo>
                    <a:pt x="11125" y="38277"/>
                  </a:lnTo>
                  <a:lnTo>
                    <a:pt x="0" y="59194"/>
                  </a:lnTo>
                  <a:lnTo>
                    <a:pt x="0" y="453872"/>
                  </a:lnTo>
                  <a:lnTo>
                    <a:pt x="41122" y="491324"/>
                  </a:lnTo>
                  <a:lnTo>
                    <a:pt x="84912" y="503313"/>
                  </a:lnTo>
                  <a:lnTo>
                    <a:pt x="137439" y="510603"/>
                  </a:lnTo>
                  <a:lnTo>
                    <a:pt x="193611" y="513080"/>
                  </a:lnTo>
                  <a:lnTo>
                    <a:pt x="249796" y="510603"/>
                  </a:lnTo>
                  <a:lnTo>
                    <a:pt x="302310" y="503313"/>
                  </a:lnTo>
                  <a:lnTo>
                    <a:pt x="346113" y="491324"/>
                  </a:lnTo>
                  <a:lnTo>
                    <a:pt x="387223" y="453872"/>
                  </a:lnTo>
                  <a:lnTo>
                    <a:pt x="387223" y="345071"/>
                  </a:lnTo>
                  <a:lnTo>
                    <a:pt x="387223" y="213512"/>
                  </a:lnTo>
                  <a:lnTo>
                    <a:pt x="387223" y="81953"/>
                  </a:lnTo>
                  <a:lnTo>
                    <a:pt x="387223" y="59194"/>
                  </a:lnTo>
                  <a:close/>
                </a:path>
                <a:path w="5690870" h="1495425">
                  <a:moveTo>
                    <a:pt x="2943212" y="291579"/>
                  </a:moveTo>
                  <a:lnTo>
                    <a:pt x="2940037" y="264909"/>
                  </a:lnTo>
                  <a:lnTo>
                    <a:pt x="2939364" y="263639"/>
                  </a:lnTo>
                  <a:lnTo>
                    <a:pt x="2938703" y="262369"/>
                  </a:lnTo>
                  <a:lnTo>
                    <a:pt x="2916859" y="242862"/>
                  </a:lnTo>
                  <a:lnTo>
                    <a:pt x="2916859" y="290309"/>
                  </a:lnTo>
                  <a:lnTo>
                    <a:pt x="2912592" y="310629"/>
                  </a:lnTo>
                  <a:lnTo>
                    <a:pt x="2901886" y="332219"/>
                  </a:lnTo>
                  <a:lnTo>
                    <a:pt x="2884640" y="351269"/>
                  </a:lnTo>
                  <a:lnTo>
                    <a:pt x="2867241" y="362699"/>
                  </a:lnTo>
                  <a:lnTo>
                    <a:pt x="2842006" y="370319"/>
                  </a:lnTo>
                  <a:lnTo>
                    <a:pt x="2808960" y="369049"/>
                  </a:lnTo>
                  <a:lnTo>
                    <a:pt x="2768142" y="355079"/>
                  </a:lnTo>
                  <a:lnTo>
                    <a:pt x="2766237" y="353809"/>
                  </a:lnTo>
                  <a:lnTo>
                    <a:pt x="2762847" y="338569"/>
                  </a:lnTo>
                  <a:lnTo>
                    <a:pt x="2758300" y="324599"/>
                  </a:lnTo>
                  <a:lnTo>
                    <a:pt x="2757894" y="323608"/>
                  </a:lnTo>
                  <a:lnTo>
                    <a:pt x="2757894" y="410959"/>
                  </a:lnTo>
                  <a:lnTo>
                    <a:pt x="2757398" y="418579"/>
                  </a:lnTo>
                  <a:lnTo>
                    <a:pt x="2756370" y="424929"/>
                  </a:lnTo>
                  <a:lnTo>
                    <a:pt x="2742679" y="429056"/>
                  </a:lnTo>
                  <a:lnTo>
                    <a:pt x="2742679" y="474459"/>
                  </a:lnTo>
                  <a:lnTo>
                    <a:pt x="2698191" y="510019"/>
                  </a:lnTo>
                  <a:lnTo>
                    <a:pt x="2677833" y="510019"/>
                  </a:lnTo>
                  <a:lnTo>
                    <a:pt x="2647365" y="506209"/>
                  </a:lnTo>
                  <a:lnTo>
                    <a:pt x="2644102" y="499859"/>
                  </a:lnTo>
                  <a:lnTo>
                    <a:pt x="2643441" y="498589"/>
                  </a:lnTo>
                  <a:lnTo>
                    <a:pt x="2639745" y="490969"/>
                  </a:lnTo>
                  <a:lnTo>
                    <a:pt x="2636278" y="482079"/>
                  </a:lnTo>
                  <a:lnTo>
                    <a:pt x="2633027" y="474459"/>
                  </a:lnTo>
                  <a:lnTo>
                    <a:pt x="2660180" y="482079"/>
                  </a:lnTo>
                  <a:lnTo>
                    <a:pt x="2674074" y="483349"/>
                  </a:lnTo>
                  <a:lnTo>
                    <a:pt x="2701975" y="483349"/>
                  </a:lnTo>
                  <a:lnTo>
                    <a:pt x="2715755" y="482079"/>
                  </a:lnTo>
                  <a:lnTo>
                    <a:pt x="2742679" y="474459"/>
                  </a:lnTo>
                  <a:lnTo>
                    <a:pt x="2742679" y="429056"/>
                  </a:lnTo>
                  <a:lnTo>
                    <a:pt x="2722588" y="435089"/>
                  </a:lnTo>
                  <a:lnTo>
                    <a:pt x="2687980" y="437629"/>
                  </a:lnTo>
                  <a:lnTo>
                    <a:pt x="2619603" y="424929"/>
                  </a:lnTo>
                  <a:lnTo>
                    <a:pt x="2617965" y="396989"/>
                  </a:lnTo>
                  <a:lnTo>
                    <a:pt x="2652331" y="407149"/>
                  </a:lnTo>
                  <a:lnTo>
                    <a:pt x="2687917" y="410959"/>
                  </a:lnTo>
                  <a:lnTo>
                    <a:pt x="2723502" y="407149"/>
                  </a:lnTo>
                  <a:lnTo>
                    <a:pt x="2757881" y="396989"/>
                  </a:lnTo>
                  <a:lnTo>
                    <a:pt x="2757894" y="410959"/>
                  </a:lnTo>
                  <a:lnTo>
                    <a:pt x="2757894" y="323608"/>
                  </a:lnTo>
                  <a:lnTo>
                    <a:pt x="2752623" y="310629"/>
                  </a:lnTo>
                  <a:lnTo>
                    <a:pt x="2745841" y="296659"/>
                  </a:lnTo>
                  <a:lnTo>
                    <a:pt x="2788475" y="282689"/>
                  </a:lnTo>
                  <a:lnTo>
                    <a:pt x="2835287" y="269989"/>
                  </a:lnTo>
                  <a:lnTo>
                    <a:pt x="2860903" y="266179"/>
                  </a:lnTo>
                  <a:lnTo>
                    <a:pt x="2877972" y="263639"/>
                  </a:lnTo>
                  <a:lnTo>
                    <a:pt x="2914827" y="273799"/>
                  </a:lnTo>
                  <a:lnTo>
                    <a:pt x="2916859" y="290309"/>
                  </a:lnTo>
                  <a:lnTo>
                    <a:pt x="2916859" y="242862"/>
                  </a:lnTo>
                  <a:lnTo>
                    <a:pt x="2885986" y="236969"/>
                  </a:lnTo>
                  <a:lnTo>
                    <a:pt x="2844330" y="240779"/>
                  </a:lnTo>
                  <a:lnTo>
                    <a:pt x="2801023" y="250939"/>
                  </a:lnTo>
                  <a:lnTo>
                    <a:pt x="2762745" y="262369"/>
                  </a:lnTo>
                  <a:lnTo>
                    <a:pt x="2769362" y="253479"/>
                  </a:lnTo>
                  <a:lnTo>
                    <a:pt x="2774454" y="244589"/>
                  </a:lnTo>
                  <a:lnTo>
                    <a:pt x="2775178" y="243319"/>
                  </a:lnTo>
                  <a:lnTo>
                    <a:pt x="2780169" y="231889"/>
                  </a:lnTo>
                  <a:lnTo>
                    <a:pt x="2784322" y="221729"/>
                  </a:lnTo>
                  <a:lnTo>
                    <a:pt x="2792526" y="203949"/>
                  </a:lnTo>
                  <a:lnTo>
                    <a:pt x="2801188" y="195059"/>
                  </a:lnTo>
                  <a:lnTo>
                    <a:pt x="2808160" y="191249"/>
                  </a:lnTo>
                  <a:lnTo>
                    <a:pt x="2818561" y="191249"/>
                  </a:lnTo>
                  <a:lnTo>
                    <a:pt x="2824442" y="184899"/>
                  </a:lnTo>
                  <a:lnTo>
                    <a:pt x="2824442" y="170929"/>
                  </a:lnTo>
                  <a:lnTo>
                    <a:pt x="2818561" y="164579"/>
                  </a:lnTo>
                  <a:lnTo>
                    <a:pt x="2811297" y="164579"/>
                  </a:lnTo>
                  <a:lnTo>
                    <a:pt x="2804807" y="165849"/>
                  </a:lnTo>
                  <a:lnTo>
                    <a:pt x="2790761" y="170929"/>
                  </a:lnTo>
                  <a:lnTo>
                    <a:pt x="2773984" y="184899"/>
                  </a:lnTo>
                  <a:lnTo>
                    <a:pt x="2759329" y="212839"/>
                  </a:lnTo>
                  <a:lnTo>
                    <a:pt x="2756141" y="221729"/>
                  </a:lnTo>
                  <a:lnTo>
                    <a:pt x="2752356" y="229349"/>
                  </a:lnTo>
                  <a:lnTo>
                    <a:pt x="2748000" y="236969"/>
                  </a:lnTo>
                  <a:lnTo>
                    <a:pt x="2743085" y="244589"/>
                  </a:lnTo>
                  <a:lnTo>
                    <a:pt x="2742184" y="242049"/>
                  </a:lnTo>
                  <a:lnTo>
                    <a:pt x="2740850" y="238239"/>
                  </a:lnTo>
                  <a:lnTo>
                    <a:pt x="2736939" y="231889"/>
                  </a:lnTo>
                  <a:lnTo>
                    <a:pt x="2731693" y="226809"/>
                  </a:lnTo>
                  <a:lnTo>
                    <a:pt x="2736126" y="222999"/>
                  </a:lnTo>
                  <a:lnTo>
                    <a:pt x="2738717" y="216649"/>
                  </a:lnTo>
                  <a:lnTo>
                    <a:pt x="2738844" y="212839"/>
                  </a:lnTo>
                  <a:lnTo>
                    <a:pt x="2738932" y="210299"/>
                  </a:lnTo>
                  <a:lnTo>
                    <a:pt x="2737383" y="202679"/>
                  </a:lnTo>
                  <a:lnTo>
                    <a:pt x="2732989" y="195059"/>
                  </a:lnTo>
                  <a:lnTo>
                    <a:pt x="2726144" y="188709"/>
                  </a:lnTo>
                  <a:lnTo>
                    <a:pt x="2717228" y="184899"/>
                  </a:lnTo>
                  <a:lnTo>
                    <a:pt x="2720327" y="178549"/>
                  </a:lnTo>
                  <a:lnTo>
                    <a:pt x="2734589" y="149339"/>
                  </a:lnTo>
                  <a:lnTo>
                    <a:pt x="2737777" y="145529"/>
                  </a:lnTo>
                  <a:lnTo>
                    <a:pt x="2736786" y="139179"/>
                  </a:lnTo>
                  <a:lnTo>
                    <a:pt x="2727934" y="132829"/>
                  </a:lnTo>
                  <a:lnTo>
                    <a:pt x="2721762" y="134099"/>
                  </a:lnTo>
                  <a:lnTo>
                    <a:pt x="2718041" y="139179"/>
                  </a:lnTo>
                  <a:lnTo>
                    <a:pt x="2717596" y="139179"/>
                  </a:lnTo>
                  <a:lnTo>
                    <a:pt x="2717292" y="140449"/>
                  </a:lnTo>
                  <a:lnTo>
                    <a:pt x="2698216" y="178549"/>
                  </a:lnTo>
                  <a:lnTo>
                    <a:pt x="2690533" y="177279"/>
                  </a:lnTo>
                  <a:lnTo>
                    <a:pt x="2682735" y="177279"/>
                  </a:lnTo>
                  <a:lnTo>
                    <a:pt x="2675064" y="178549"/>
                  </a:lnTo>
                  <a:lnTo>
                    <a:pt x="2655989" y="140449"/>
                  </a:lnTo>
                  <a:lnTo>
                    <a:pt x="2653309" y="135369"/>
                  </a:lnTo>
                  <a:lnTo>
                    <a:pt x="2647289" y="134099"/>
                  </a:lnTo>
                  <a:lnTo>
                    <a:pt x="2638120" y="139179"/>
                  </a:lnTo>
                  <a:lnTo>
                    <a:pt x="2636316" y="144259"/>
                  </a:lnTo>
                  <a:lnTo>
                    <a:pt x="2638348" y="149339"/>
                  </a:lnTo>
                  <a:lnTo>
                    <a:pt x="2655392" y="184899"/>
                  </a:lnTo>
                  <a:lnTo>
                    <a:pt x="2646451" y="189979"/>
                  </a:lnTo>
                  <a:lnTo>
                    <a:pt x="2639593" y="196329"/>
                  </a:lnTo>
                  <a:lnTo>
                    <a:pt x="2635224" y="202679"/>
                  </a:lnTo>
                  <a:lnTo>
                    <a:pt x="2633675" y="210299"/>
                  </a:lnTo>
                  <a:lnTo>
                    <a:pt x="2633903" y="216649"/>
                  </a:lnTo>
                  <a:lnTo>
                    <a:pt x="2633942" y="217919"/>
                  </a:lnTo>
                  <a:lnTo>
                    <a:pt x="2637193" y="224269"/>
                  </a:lnTo>
                  <a:lnTo>
                    <a:pt x="2642628" y="229349"/>
                  </a:lnTo>
                  <a:lnTo>
                    <a:pt x="2638983" y="233159"/>
                  </a:lnTo>
                  <a:lnTo>
                    <a:pt x="2636062" y="236969"/>
                  </a:lnTo>
                  <a:lnTo>
                    <a:pt x="2634018" y="242049"/>
                  </a:lnTo>
                  <a:lnTo>
                    <a:pt x="2629763" y="235699"/>
                  </a:lnTo>
                  <a:lnTo>
                    <a:pt x="2629281" y="234734"/>
                  </a:lnTo>
                  <a:lnTo>
                    <a:pt x="2629281" y="297929"/>
                  </a:lnTo>
                  <a:lnTo>
                    <a:pt x="2626576" y="303009"/>
                  </a:lnTo>
                  <a:lnTo>
                    <a:pt x="2624607" y="306819"/>
                  </a:lnTo>
                  <a:lnTo>
                    <a:pt x="2623223" y="309359"/>
                  </a:lnTo>
                  <a:lnTo>
                    <a:pt x="2621965" y="313169"/>
                  </a:lnTo>
                  <a:lnTo>
                    <a:pt x="2621178" y="314439"/>
                  </a:lnTo>
                  <a:lnTo>
                    <a:pt x="2619946" y="318249"/>
                  </a:lnTo>
                  <a:lnTo>
                    <a:pt x="2618765" y="320789"/>
                  </a:lnTo>
                  <a:lnTo>
                    <a:pt x="2617622" y="323329"/>
                  </a:lnTo>
                  <a:lnTo>
                    <a:pt x="2617622" y="324599"/>
                  </a:lnTo>
                  <a:lnTo>
                    <a:pt x="2617368" y="324599"/>
                  </a:lnTo>
                  <a:lnTo>
                    <a:pt x="2617178" y="325869"/>
                  </a:lnTo>
                  <a:lnTo>
                    <a:pt x="2616047" y="329679"/>
                  </a:lnTo>
                  <a:lnTo>
                    <a:pt x="2615069" y="332219"/>
                  </a:lnTo>
                  <a:lnTo>
                    <a:pt x="2614079" y="336029"/>
                  </a:lnTo>
                  <a:lnTo>
                    <a:pt x="2613622" y="337299"/>
                  </a:lnTo>
                  <a:lnTo>
                    <a:pt x="2613418" y="338569"/>
                  </a:lnTo>
                  <a:lnTo>
                    <a:pt x="2612491" y="341109"/>
                  </a:lnTo>
                  <a:lnTo>
                    <a:pt x="2611640" y="344919"/>
                  </a:lnTo>
                  <a:lnTo>
                    <a:pt x="2610853" y="348729"/>
                  </a:lnTo>
                  <a:lnTo>
                    <a:pt x="2610853" y="349999"/>
                  </a:lnTo>
                  <a:lnTo>
                    <a:pt x="2610332" y="349999"/>
                  </a:lnTo>
                  <a:lnTo>
                    <a:pt x="2604414" y="355079"/>
                  </a:lnTo>
                  <a:lnTo>
                    <a:pt x="2563596" y="369049"/>
                  </a:lnTo>
                  <a:lnTo>
                    <a:pt x="2530513" y="370319"/>
                  </a:lnTo>
                  <a:lnTo>
                    <a:pt x="2505265" y="362699"/>
                  </a:lnTo>
                  <a:lnTo>
                    <a:pt x="2487904" y="351269"/>
                  </a:lnTo>
                  <a:lnTo>
                    <a:pt x="2470658" y="332219"/>
                  </a:lnTo>
                  <a:lnTo>
                    <a:pt x="2459964" y="310629"/>
                  </a:lnTo>
                  <a:lnTo>
                    <a:pt x="2455634" y="290309"/>
                  </a:lnTo>
                  <a:lnTo>
                    <a:pt x="2457513" y="273799"/>
                  </a:lnTo>
                  <a:lnTo>
                    <a:pt x="2479268" y="263639"/>
                  </a:lnTo>
                  <a:lnTo>
                    <a:pt x="2487117" y="263639"/>
                  </a:lnTo>
                  <a:lnTo>
                    <a:pt x="2519921" y="266179"/>
                  </a:lnTo>
                  <a:lnTo>
                    <a:pt x="2557576" y="275069"/>
                  </a:lnTo>
                  <a:lnTo>
                    <a:pt x="2595549" y="286499"/>
                  </a:lnTo>
                  <a:lnTo>
                    <a:pt x="2629281" y="297929"/>
                  </a:lnTo>
                  <a:lnTo>
                    <a:pt x="2629281" y="234734"/>
                  </a:lnTo>
                  <a:lnTo>
                    <a:pt x="2625979" y="228079"/>
                  </a:lnTo>
                  <a:lnTo>
                    <a:pt x="2622677" y="220459"/>
                  </a:lnTo>
                  <a:lnTo>
                    <a:pt x="2619870" y="212839"/>
                  </a:lnTo>
                  <a:lnTo>
                    <a:pt x="2605201" y="184899"/>
                  </a:lnTo>
                  <a:lnTo>
                    <a:pt x="2588425" y="170929"/>
                  </a:lnTo>
                  <a:lnTo>
                    <a:pt x="2574379" y="165849"/>
                  </a:lnTo>
                  <a:lnTo>
                    <a:pt x="2567902" y="164579"/>
                  </a:lnTo>
                  <a:lnTo>
                    <a:pt x="2560637" y="164579"/>
                  </a:lnTo>
                  <a:lnTo>
                    <a:pt x="2554744" y="170929"/>
                  </a:lnTo>
                  <a:lnTo>
                    <a:pt x="2554744" y="184899"/>
                  </a:lnTo>
                  <a:lnTo>
                    <a:pt x="2560637" y="191249"/>
                  </a:lnTo>
                  <a:lnTo>
                    <a:pt x="2571115" y="191249"/>
                  </a:lnTo>
                  <a:lnTo>
                    <a:pt x="2578227" y="195059"/>
                  </a:lnTo>
                  <a:lnTo>
                    <a:pt x="2587015" y="203949"/>
                  </a:lnTo>
                  <a:lnTo>
                    <a:pt x="2595257" y="221729"/>
                  </a:lnTo>
                  <a:lnTo>
                    <a:pt x="2599690" y="233159"/>
                  </a:lnTo>
                  <a:lnTo>
                    <a:pt x="2605074" y="244589"/>
                  </a:lnTo>
                  <a:lnTo>
                    <a:pt x="2611399" y="256019"/>
                  </a:lnTo>
                  <a:lnTo>
                    <a:pt x="2618625" y="266179"/>
                  </a:lnTo>
                  <a:lnTo>
                    <a:pt x="2610967" y="263639"/>
                  </a:lnTo>
                  <a:lnTo>
                    <a:pt x="2580335" y="253479"/>
                  </a:lnTo>
                  <a:lnTo>
                    <a:pt x="2534462" y="242049"/>
                  </a:lnTo>
                  <a:lnTo>
                    <a:pt x="2489314" y="236969"/>
                  </a:lnTo>
                  <a:lnTo>
                    <a:pt x="2453170" y="243319"/>
                  </a:lnTo>
                  <a:lnTo>
                    <a:pt x="2429281" y="291579"/>
                  </a:lnTo>
                  <a:lnTo>
                    <a:pt x="2435339" y="319519"/>
                  </a:lnTo>
                  <a:lnTo>
                    <a:pt x="2470937" y="370319"/>
                  </a:lnTo>
                  <a:lnTo>
                    <a:pt x="2505202" y="390639"/>
                  </a:lnTo>
                  <a:lnTo>
                    <a:pt x="2544280" y="396989"/>
                  </a:lnTo>
                  <a:lnTo>
                    <a:pt x="2560078" y="396989"/>
                  </a:lnTo>
                  <a:lnTo>
                    <a:pt x="2590800" y="389369"/>
                  </a:lnTo>
                  <a:lnTo>
                    <a:pt x="2605468" y="383019"/>
                  </a:lnTo>
                  <a:lnTo>
                    <a:pt x="2605468" y="385559"/>
                  </a:lnTo>
                  <a:lnTo>
                    <a:pt x="2605074" y="388099"/>
                  </a:lnTo>
                  <a:lnTo>
                    <a:pt x="2604935" y="389369"/>
                  </a:lnTo>
                  <a:lnTo>
                    <a:pt x="2604833" y="395719"/>
                  </a:lnTo>
                  <a:lnTo>
                    <a:pt x="2604744" y="396989"/>
                  </a:lnTo>
                  <a:lnTo>
                    <a:pt x="2604643" y="398259"/>
                  </a:lnTo>
                  <a:lnTo>
                    <a:pt x="2604541" y="410959"/>
                  </a:lnTo>
                  <a:lnTo>
                    <a:pt x="2605074" y="414769"/>
                  </a:lnTo>
                  <a:lnTo>
                    <a:pt x="2569019" y="414769"/>
                  </a:lnTo>
                  <a:lnTo>
                    <a:pt x="2522372" y="461759"/>
                  </a:lnTo>
                  <a:lnTo>
                    <a:pt x="2517279" y="466839"/>
                  </a:lnTo>
                  <a:lnTo>
                    <a:pt x="2517279" y="474459"/>
                  </a:lnTo>
                  <a:lnTo>
                    <a:pt x="2524849" y="482079"/>
                  </a:lnTo>
                  <a:lnTo>
                    <a:pt x="2528214" y="483349"/>
                  </a:lnTo>
                  <a:lnTo>
                    <a:pt x="2535199" y="483349"/>
                  </a:lnTo>
                  <a:lnTo>
                    <a:pt x="2538539" y="482079"/>
                  </a:lnTo>
                  <a:lnTo>
                    <a:pt x="2579941" y="441439"/>
                  </a:lnTo>
                  <a:lnTo>
                    <a:pt x="2609151" y="441439"/>
                  </a:lnTo>
                  <a:lnTo>
                    <a:pt x="2610002" y="445249"/>
                  </a:lnTo>
                  <a:lnTo>
                    <a:pt x="2610789" y="447789"/>
                  </a:lnTo>
                  <a:lnTo>
                    <a:pt x="2611640" y="451599"/>
                  </a:lnTo>
                  <a:lnTo>
                    <a:pt x="2613152" y="456679"/>
                  </a:lnTo>
                  <a:lnTo>
                    <a:pt x="2613939" y="459219"/>
                  </a:lnTo>
                  <a:lnTo>
                    <a:pt x="2614866" y="463029"/>
                  </a:lnTo>
                  <a:lnTo>
                    <a:pt x="2596184" y="503669"/>
                  </a:lnTo>
                  <a:lnTo>
                    <a:pt x="2560637" y="540499"/>
                  </a:lnTo>
                  <a:lnTo>
                    <a:pt x="2559456" y="548119"/>
                  </a:lnTo>
                  <a:lnTo>
                    <a:pt x="2568181" y="559549"/>
                  </a:lnTo>
                  <a:lnTo>
                    <a:pt x="2576423" y="560819"/>
                  </a:lnTo>
                  <a:lnTo>
                    <a:pt x="2582240" y="557009"/>
                  </a:lnTo>
                  <a:lnTo>
                    <a:pt x="2596426" y="544309"/>
                  </a:lnTo>
                  <a:lnTo>
                    <a:pt x="2609088" y="530339"/>
                  </a:lnTo>
                  <a:lnTo>
                    <a:pt x="2620149" y="515099"/>
                  </a:lnTo>
                  <a:lnTo>
                    <a:pt x="2629471" y="499859"/>
                  </a:lnTo>
                  <a:lnTo>
                    <a:pt x="2632430" y="506209"/>
                  </a:lnTo>
                  <a:lnTo>
                    <a:pt x="2635593" y="511289"/>
                  </a:lnTo>
                  <a:lnTo>
                    <a:pt x="2638755" y="517639"/>
                  </a:lnTo>
                  <a:lnTo>
                    <a:pt x="2641384" y="522719"/>
                  </a:lnTo>
                  <a:lnTo>
                    <a:pt x="2642692" y="523989"/>
                  </a:lnTo>
                  <a:lnTo>
                    <a:pt x="2644470" y="527799"/>
                  </a:lnTo>
                  <a:lnTo>
                    <a:pt x="2646705" y="530339"/>
                  </a:lnTo>
                  <a:lnTo>
                    <a:pt x="2650858" y="537959"/>
                  </a:lnTo>
                  <a:lnTo>
                    <a:pt x="2655722" y="544309"/>
                  </a:lnTo>
                  <a:lnTo>
                    <a:pt x="2657094" y="546849"/>
                  </a:lnTo>
                  <a:lnTo>
                    <a:pt x="2659532" y="550659"/>
                  </a:lnTo>
                  <a:lnTo>
                    <a:pt x="2663279" y="555739"/>
                  </a:lnTo>
                  <a:lnTo>
                    <a:pt x="2665260" y="558279"/>
                  </a:lnTo>
                  <a:lnTo>
                    <a:pt x="2668803" y="562089"/>
                  </a:lnTo>
                  <a:lnTo>
                    <a:pt x="2670391" y="564629"/>
                  </a:lnTo>
                  <a:lnTo>
                    <a:pt x="2672232" y="565899"/>
                  </a:lnTo>
                  <a:lnTo>
                    <a:pt x="2672829" y="567169"/>
                  </a:lnTo>
                  <a:lnTo>
                    <a:pt x="2673477" y="567169"/>
                  </a:lnTo>
                  <a:lnTo>
                    <a:pt x="2674670" y="568439"/>
                  </a:lnTo>
                  <a:lnTo>
                    <a:pt x="2675585" y="569709"/>
                  </a:lnTo>
                  <a:lnTo>
                    <a:pt x="2676372" y="570979"/>
                  </a:lnTo>
                  <a:lnTo>
                    <a:pt x="2678214" y="572249"/>
                  </a:lnTo>
                  <a:lnTo>
                    <a:pt x="2680982" y="574789"/>
                  </a:lnTo>
                  <a:lnTo>
                    <a:pt x="2681960" y="576059"/>
                  </a:lnTo>
                  <a:lnTo>
                    <a:pt x="2684335" y="577329"/>
                  </a:lnTo>
                  <a:lnTo>
                    <a:pt x="2691168" y="577329"/>
                  </a:lnTo>
                  <a:lnTo>
                    <a:pt x="2692362" y="576059"/>
                  </a:lnTo>
                  <a:lnTo>
                    <a:pt x="2693352" y="576059"/>
                  </a:lnTo>
                  <a:lnTo>
                    <a:pt x="2694851" y="574789"/>
                  </a:lnTo>
                  <a:lnTo>
                    <a:pt x="2695321" y="573519"/>
                  </a:lnTo>
                  <a:lnTo>
                    <a:pt x="2699334" y="569709"/>
                  </a:lnTo>
                  <a:lnTo>
                    <a:pt x="2702826" y="567169"/>
                  </a:lnTo>
                  <a:lnTo>
                    <a:pt x="2708872" y="559549"/>
                  </a:lnTo>
                  <a:lnTo>
                    <a:pt x="2709456" y="558279"/>
                  </a:lnTo>
                  <a:lnTo>
                    <a:pt x="2712288" y="554469"/>
                  </a:lnTo>
                  <a:lnTo>
                    <a:pt x="2715907" y="549389"/>
                  </a:lnTo>
                  <a:lnTo>
                    <a:pt x="2721114" y="541769"/>
                  </a:lnTo>
                  <a:lnTo>
                    <a:pt x="2723870" y="539229"/>
                  </a:lnTo>
                  <a:lnTo>
                    <a:pt x="2725242" y="536689"/>
                  </a:lnTo>
                  <a:lnTo>
                    <a:pt x="2728010" y="532879"/>
                  </a:lnTo>
                  <a:lnTo>
                    <a:pt x="2729192" y="531609"/>
                  </a:lnTo>
                  <a:lnTo>
                    <a:pt x="2732481" y="525259"/>
                  </a:lnTo>
                  <a:lnTo>
                    <a:pt x="2746235" y="499859"/>
                  </a:lnTo>
                  <a:lnTo>
                    <a:pt x="2755519" y="516369"/>
                  </a:lnTo>
                  <a:lnTo>
                    <a:pt x="2766504" y="530339"/>
                  </a:lnTo>
                  <a:lnTo>
                    <a:pt x="2779077" y="544309"/>
                  </a:lnTo>
                  <a:lnTo>
                    <a:pt x="2793136" y="557009"/>
                  </a:lnTo>
                  <a:lnTo>
                    <a:pt x="2798953" y="560819"/>
                  </a:lnTo>
                  <a:lnTo>
                    <a:pt x="2807195" y="559549"/>
                  </a:lnTo>
                  <a:lnTo>
                    <a:pt x="2815907" y="548119"/>
                  </a:lnTo>
                  <a:lnTo>
                    <a:pt x="2814739" y="539229"/>
                  </a:lnTo>
                  <a:lnTo>
                    <a:pt x="2808922" y="535419"/>
                  </a:lnTo>
                  <a:lnTo>
                    <a:pt x="2793073" y="521449"/>
                  </a:lnTo>
                  <a:lnTo>
                    <a:pt x="2779496" y="504939"/>
                  </a:lnTo>
                  <a:lnTo>
                    <a:pt x="2776537" y="499859"/>
                  </a:lnTo>
                  <a:lnTo>
                    <a:pt x="2768384" y="485889"/>
                  </a:lnTo>
                  <a:lnTo>
                    <a:pt x="2763304" y="474459"/>
                  </a:lnTo>
                  <a:lnTo>
                    <a:pt x="2759926" y="466839"/>
                  </a:lnTo>
                  <a:lnTo>
                    <a:pt x="2761932" y="460489"/>
                  </a:lnTo>
                  <a:lnTo>
                    <a:pt x="2763774" y="454139"/>
                  </a:lnTo>
                  <a:lnTo>
                    <a:pt x="2765425" y="447789"/>
                  </a:lnTo>
                  <a:lnTo>
                    <a:pt x="2766898" y="441439"/>
                  </a:lnTo>
                  <a:lnTo>
                    <a:pt x="2795308" y="441439"/>
                  </a:lnTo>
                  <a:lnTo>
                    <a:pt x="2836710" y="482079"/>
                  </a:lnTo>
                  <a:lnTo>
                    <a:pt x="2840037" y="483349"/>
                  </a:lnTo>
                  <a:lnTo>
                    <a:pt x="2847035" y="483349"/>
                  </a:lnTo>
                  <a:lnTo>
                    <a:pt x="2850388" y="482079"/>
                  </a:lnTo>
                  <a:lnTo>
                    <a:pt x="2857970" y="474459"/>
                  </a:lnTo>
                  <a:lnTo>
                    <a:pt x="2857970" y="466839"/>
                  </a:lnTo>
                  <a:lnTo>
                    <a:pt x="2852864" y="461759"/>
                  </a:lnTo>
                  <a:lnTo>
                    <a:pt x="2832697" y="441439"/>
                  </a:lnTo>
                  <a:lnTo>
                    <a:pt x="2828912" y="437629"/>
                  </a:lnTo>
                  <a:lnTo>
                    <a:pt x="2806230" y="414769"/>
                  </a:lnTo>
                  <a:lnTo>
                    <a:pt x="2770771" y="414769"/>
                  </a:lnTo>
                  <a:lnTo>
                    <a:pt x="2770771" y="410959"/>
                  </a:lnTo>
                  <a:lnTo>
                    <a:pt x="2771165" y="407149"/>
                  </a:lnTo>
                  <a:lnTo>
                    <a:pt x="2771165" y="396989"/>
                  </a:lnTo>
                  <a:lnTo>
                    <a:pt x="2771165" y="390639"/>
                  </a:lnTo>
                  <a:lnTo>
                    <a:pt x="2770505" y="385559"/>
                  </a:lnTo>
                  <a:lnTo>
                    <a:pt x="2784411" y="390639"/>
                  </a:lnTo>
                  <a:lnTo>
                    <a:pt x="2798737" y="394449"/>
                  </a:lnTo>
                  <a:lnTo>
                    <a:pt x="2813393" y="396989"/>
                  </a:lnTo>
                  <a:lnTo>
                    <a:pt x="2828264" y="398259"/>
                  </a:lnTo>
                  <a:lnTo>
                    <a:pt x="2848152" y="395719"/>
                  </a:lnTo>
                  <a:lnTo>
                    <a:pt x="2885198" y="383019"/>
                  </a:lnTo>
                  <a:lnTo>
                    <a:pt x="2922905" y="347459"/>
                  </a:lnTo>
                  <a:lnTo>
                    <a:pt x="2937154" y="319519"/>
                  </a:lnTo>
                  <a:lnTo>
                    <a:pt x="2943212" y="291579"/>
                  </a:lnTo>
                  <a:close/>
                </a:path>
                <a:path w="5690870" h="1495425">
                  <a:moveTo>
                    <a:pt x="5290363" y="1388021"/>
                  </a:moveTo>
                  <a:lnTo>
                    <a:pt x="5277155" y="1387487"/>
                  </a:lnTo>
                  <a:lnTo>
                    <a:pt x="5263972" y="1386497"/>
                  </a:lnTo>
                  <a:lnTo>
                    <a:pt x="5250827" y="1385074"/>
                  </a:lnTo>
                  <a:lnTo>
                    <a:pt x="5237734" y="1383220"/>
                  </a:lnTo>
                  <a:lnTo>
                    <a:pt x="5237734" y="1468729"/>
                  </a:lnTo>
                  <a:lnTo>
                    <a:pt x="5239804" y="1478978"/>
                  </a:lnTo>
                  <a:lnTo>
                    <a:pt x="5245443" y="1487335"/>
                  </a:lnTo>
                  <a:lnTo>
                    <a:pt x="5253812" y="1492973"/>
                  </a:lnTo>
                  <a:lnTo>
                    <a:pt x="5264048" y="1495044"/>
                  </a:lnTo>
                  <a:lnTo>
                    <a:pt x="5274297" y="1492973"/>
                  </a:lnTo>
                  <a:lnTo>
                    <a:pt x="5282654" y="1487335"/>
                  </a:lnTo>
                  <a:lnTo>
                    <a:pt x="5288292" y="1478978"/>
                  </a:lnTo>
                  <a:lnTo>
                    <a:pt x="5290363" y="1468729"/>
                  </a:lnTo>
                  <a:lnTo>
                    <a:pt x="5290363" y="1388021"/>
                  </a:lnTo>
                  <a:close/>
                </a:path>
                <a:path w="5690870" h="1495425">
                  <a:moveTo>
                    <a:pt x="5690362" y="1409827"/>
                  </a:moveTo>
                  <a:lnTo>
                    <a:pt x="5687580" y="1401965"/>
                  </a:lnTo>
                  <a:lnTo>
                    <a:pt x="5680062" y="1398422"/>
                  </a:lnTo>
                  <a:lnTo>
                    <a:pt x="5673572" y="1396047"/>
                  </a:lnTo>
                  <a:lnTo>
                    <a:pt x="5666333" y="1398866"/>
                  </a:lnTo>
                  <a:lnTo>
                    <a:pt x="5658815" y="1413154"/>
                  </a:lnTo>
                  <a:lnTo>
                    <a:pt x="5654827" y="1420368"/>
                  </a:lnTo>
                  <a:lnTo>
                    <a:pt x="5645734" y="1422984"/>
                  </a:lnTo>
                  <a:lnTo>
                    <a:pt x="5637758" y="1418551"/>
                  </a:lnTo>
                  <a:lnTo>
                    <a:pt x="5632120" y="1414767"/>
                  </a:lnTo>
                  <a:lnTo>
                    <a:pt x="5629592" y="1407756"/>
                  </a:lnTo>
                  <a:lnTo>
                    <a:pt x="5632628" y="1397038"/>
                  </a:lnTo>
                  <a:lnTo>
                    <a:pt x="5667299" y="1302651"/>
                  </a:lnTo>
                  <a:lnTo>
                    <a:pt x="5673636" y="1277112"/>
                  </a:lnTo>
                  <a:lnTo>
                    <a:pt x="5669508" y="1225550"/>
                  </a:lnTo>
                  <a:lnTo>
                    <a:pt x="5622963" y="1131887"/>
                  </a:lnTo>
                  <a:lnTo>
                    <a:pt x="5590794" y="1112151"/>
                  </a:lnTo>
                  <a:lnTo>
                    <a:pt x="5553557" y="1112151"/>
                  </a:lnTo>
                  <a:lnTo>
                    <a:pt x="5534990" y="1098638"/>
                  </a:lnTo>
                  <a:lnTo>
                    <a:pt x="5532780" y="1097483"/>
                  </a:lnTo>
                  <a:lnTo>
                    <a:pt x="5519725" y="1094155"/>
                  </a:lnTo>
                  <a:lnTo>
                    <a:pt x="5506542" y="1094727"/>
                  </a:lnTo>
                  <a:lnTo>
                    <a:pt x="5451272" y="1174699"/>
                  </a:lnTo>
                  <a:lnTo>
                    <a:pt x="5448973" y="1179677"/>
                  </a:lnTo>
                  <a:lnTo>
                    <a:pt x="5536044" y="1234630"/>
                  </a:lnTo>
                  <a:lnTo>
                    <a:pt x="5543753" y="1233893"/>
                  </a:lnTo>
                  <a:lnTo>
                    <a:pt x="5549938" y="1229956"/>
                  </a:lnTo>
                  <a:lnTo>
                    <a:pt x="5562854" y="1221320"/>
                  </a:lnTo>
                  <a:lnTo>
                    <a:pt x="5567096" y="1222235"/>
                  </a:lnTo>
                  <a:lnTo>
                    <a:pt x="5571198" y="1228598"/>
                  </a:lnTo>
                  <a:lnTo>
                    <a:pt x="5570283" y="1232839"/>
                  </a:lnTo>
                  <a:lnTo>
                    <a:pt x="5551538" y="1244765"/>
                  </a:lnTo>
                  <a:lnTo>
                    <a:pt x="5544832" y="1246733"/>
                  </a:lnTo>
                  <a:lnTo>
                    <a:pt x="5533466" y="1246708"/>
                  </a:lnTo>
                  <a:lnTo>
                    <a:pt x="5459755" y="1218768"/>
                  </a:lnTo>
                  <a:lnTo>
                    <a:pt x="5436032" y="1185951"/>
                  </a:lnTo>
                  <a:lnTo>
                    <a:pt x="5436679" y="1178026"/>
                  </a:lnTo>
                  <a:lnTo>
                    <a:pt x="5439105" y="1170355"/>
                  </a:lnTo>
                  <a:lnTo>
                    <a:pt x="5462384" y="1117739"/>
                  </a:lnTo>
                  <a:lnTo>
                    <a:pt x="5460936" y="1117739"/>
                  </a:lnTo>
                  <a:lnTo>
                    <a:pt x="5453824" y="1117193"/>
                  </a:lnTo>
                  <a:lnTo>
                    <a:pt x="5446776" y="1115987"/>
                  </a:lnTo>
                  <a:lnTo>
                    <a:pt x="5398668" y="1102360"/>
                  </a:lnTo>
                  <a:lnTo>
                    <a:pt x="5392026" y="1101394"/>
                  </a:lnTo>
                  <a:lnTo>
                    <a:pt x="5258854" y="1101356"/>
                  </a:lnTo>
                  <a:lnTo>
                    <a:pt x="5197576" y="1113243"/>
                  </a:lnTo>
                  <a:lnTo>
                    <a:pt x="5151691" y="1143330"/>
                  </a:lnTo>
                  <a:lnTo>
                    <a:pt x="5122913" y="1183576"/>
                  </a:lnTo>
                  <a:lnTo>
                    <a:pt x="5112423" y="1231925"/>
                  </a:lnTo>
                  <a:lnTo>
                    <a:pt x="5112423" y="1336649"/>
                  </a:lnTo>
                  <a:lnTo>
                    <a:pt x="5111267" y="1344015"/>
                  </a:lnTo>
                  <a:lnTo>
                    <a:pt x="5108359" y="1350759"/>
                  </a:lnTo>
                  <a:lnTo>
                    <a:pt x="5103888" y="1356588"/>
                  </a:lnTo>
                  <a:lnTo>
                    <a:pt x="5098021" y="1361186"/>
                  </a:lnTo>
                  <a:lnTo>
                    <a:pt x="5093436" y="1364145"/>
                  </a:lnTo>
                  <a:lnTo>
                    <a:pt x="5092128" y="1370253"/>
                  </a:lnTo>
                  <a:lnTo>
                    <a:pt x="5096891" y="1377632"/>
                  </a:lnTo>
                  <a:lnTo>
                    <a:pt x="5100002" y="1379334"/>
                  </a:lnTo>
                  <a:lnTo>
                    <a:pt x="5105082" y="1379321"/>
                  </a:lnTo>
                  <a:lnTo>
                    <a:pt x="5130482" y="1349095"/>
                  </a:lnTo>
                  <a:lnTo>
                    <a:pt x="5132159" y="1336649"/>
                  </a:lnTo>
                  <a:lnTo>
                    <a:pt x="5132159" y="1275600"/>
                  </a:lnTo>
                  <a:lnTo>
                    <a:pt x="5137658" y="1291971"/>
                  </a:lnTo>
                  <a:lnTo>
                    <a:pt x="5145024" y="1307503"/>
                  </a:lnTo>
                  <a:lnTo>
                    <a:pt x="5154180" y="1322057"/>
                  </a:lnTo>
                  <a:lnTo>
                    <a:pt x="5165052" y="1335468"/>
                  </a:lnTo>
                  <a:lnTo>
                    <a:pt x="5165052" y="1467624"/>
                  </a:lnTo>
                  <a:lnTo>
                    <a:pt x="5166715" y="1477568"/>
                  </a:lnTo>
                  <a:lnTo>
                    <a:pt x="5171719" y="1485963"/>
                  </a:lnTo>
                  <a:lnTo>
                    <a:pt x="5179365" y="1492046"/>
                  </a:lnTo>
                  <a:lnTo>
                    <a:pt x="5189004" y="1495044"/>
                  </a:lnTo>
                  <a:lnTo>
                    <a:pt x="5199392" y="1494015"/>
                  </a:lnTo>
                  <a:lnTo>
                    <a:pt x="5208282" y="1489240"/>
                  </a:lnTo>
                  <a:lnTo>
                    <a:pt x="5214721" y="1481480"/>
                  </a:lnTo>
                  <a:lnTo>
                    <a:pt x="5217807" y="1471498"/>
                  </a:lnTo>
                  <a:lnTo>
                    <a:pt x="5217947" y="1468729"/>
                  </a:lnTo>
                  <a:lnTo>
                    <a:pt x="5217947" y="1366710"/>
                  </a:lnTo>
                  <a:lnTo>
                    <a:pt x="5265369" y="1373593"/>
                  </a:lnTo>
                  <a:lnTo>
                    <a:pt x="5309209" y="1374648"/>
                  </a:lnTo>
                  <a:lnTo>
                    <a:pt x="5351043" y="1369936"/>
                  </a:lnTo>
                  <a:lnTo>
                    <a:pt x="5392394" y="1359535"/>
                  </a:lnTo>
                  <a:lnTo>
                    <a:pt x="5392394" y="1467624"/>
                  </a:lnTo>
                  <a:lnTo>
                    <a:pt x="5394045" y="1477518"/>
                  </a:lnTo>
                  <a:lnTo>
                    <a:pt x="5398998" y="1485900"/>
                  </a:lnTo>
                  <a:lnTo>
                    <a:pt x="5406580" y="1491983"/>
                  </a:lnTo>
                  <a:lnTo>
                    <a:pt x="5416143" y="1495044"/>
                  </a:lnTo>
                  <a:lnTo>
                    <a:pt x="5426532" y="1493989"/>
                  </a:lnTo>
                  <a:lnTo>
                    <a:pt x="5435409" y="1489189"/>
                  </a:lnTo>
                  <a:lnTo>
                    <a:pt x="5441835" y="1481416"/>
                  </a:lnTo>
                  <a:lnTo>
                    <a:pt x="5444896" y="1471422"/>
                  </a:lnTo>
                  <a:lnTo>
                    <a:pt x="5445023" y="1468729"/>
                  </a:lnTo>
                  <a:lnTo>
                    <a:pt x="5445023" y="1338961"/>
                  </a:lnTo>
                  <a:lnTo>
                    <a:pt x="5458180" y="1332839"/>
                  </a:lnTo>
                  <a:lnTo>
                    <a:pt x="5464759" y="1329550"/>
                  </a:lnTo>
                  <a:lnTo>
                    <a:pt x="5464759" y="1467675"/>
                  </a:lnTo>
                  <a:lnTo>
                    <a:pt x="5466435" y="1477568"/>
                  </a:lnTo>
                  <a:lnTo>
                    <a:pt x="5471414" y="1485938"/>
                  </a:lnTo>
                  <a:lnTo>
                    <a:pt x="5479008" y="1492008"/>
                  </a:lnTo>
                  <a:lnTo>
                    <a:pt x="5488571" y="1495044"/>
                  </a:lnTo>
                  <a:lnTo>
                    <a:pt x="5498960" y="1493989"/>
                  </a:lnTo>
                  <a:lnTo>
                    <a:pt x="5517464" y="1304442"/>
                  </a:lnTo>
                  <a:lnTo>
                    <a:pt x="5517718" y="1302245"/>
                  </a:lnTo>
                  <a:lnTo>
                    <a:pt x="5523166" y="1276731"/>
                  </a:lnTo>
                  <a:lnTo>
                    <a:pt x="5524563" y="1271422"/>
                  </a:lnTo>
                  <a:lnTo>
                    <a:pt x="5529999" y="1268260"/>
                  </a:lnTo>
                  <a:lnTo>
                    <a:pt x="5536717" y="1270152"/>
                  </a:lnTo>
                  <a:lnTo>
                    <a:pt x="5543956" y="1276731"/>
                  </a:lnTo>
                  <a:lnTo>
                    <a:pt x="5550547" y="1281328"/>
                  </a:lnTo>
                  <a:lnTo>
                    <a:pt x="5557863" y="1284503"/>
                  </a:lnTo>
                  <a:lnTo>
                    <a:pt x="5565648" y="1286141"/>
                  </a:lnTo>
                  <a:lnTo>
                    <a:pt x="5586844" y="1286205"/>
                  </a:lnTo>
                  <a:lnTo>
                    <a:pt x="5596610" y="1288605"/>
                  </a:lnTo>
                  <a:lnTo>
                    <a:pt x="5604446" y="1294345"/>
                  </a:lnTo>
                  <a:lnTo>
                    <a:pt x="5609590" y="1302588"/>
                  </a:lnTo>
                  <a:lnTo>
                    <a:pt x="5611253" y="1312506"/>
                  </a:lnTo>
                  <a:lnTo>
                    <a:pt x="5605272" y="1401635"/>
                  </a:lnTo>
                  <a:lnTo>
                    <a:pt x="5606123" y="1414957"/>
                  </a:lnTo>
                  <a:lnTo>
                    <a:pt x="5635676" y="1445907"/>
                  </a:lnTo>
                  <a:lnTo>
                    <a:pt x="5640908" y="1446911"/>
                  </a:lnTo>
                  <a:lnTo>
                    <a:pt x="5646178" y="1446898"/>
                  </a:lnTo>
                  <a:lnTo>
                    <a:pt x="5682500" y="1425384"/>
                  </a:lnTo>
                  <a:lnTo>
                    <a:pt x="5687238" y="1416367"/>
                  </a:lnTo>
                  <a:lnTo>
                    <a:pt x="5690362" y="14098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092534" y="2183807"/>
              <a:ext cx="387350" cy="513080"/>
            </a:xfrm>
            <a:custGeom>
              <a:avLst/>
              <a:gdLst/>
              <a:ahLst/>
              <a:cxnLst/>
              <a:rect l="l" t="t" r="r" b="b"/>
              <a:pathLst>
                <a:path w="387350" h="513080">
                  <a:moveTo>
                    <a:pt x="387227" y="453874"/>
                  </a:moveTo>
                  <a:lnTo>
                    <a:pt x="387227" y="59201"/>
                  </a:lnTo>
                  <a:lnTo>
                    <a:pt x="346107" y="21751"/>
                  </a:lnTo>
                  <a:lnTo>
                    <a:pt x="302313" y="9765"/>
                  </a:lnTo>
                  <a:lnTo>
                    <a:pt x="249792" y="2465"/>
                  </a:lnTo>
                  <a:lnTo>
                    <a:pt x="193613" y="0"/>
                  </a:lnTo>
                  <a:lnTo>
                    <a:pt x="137435" y="2465"/>
                  </a:lnTo>
                  <a:lnTo>
                    <a:pt x="84914" y="9765"/>
                  </a:lnTo>
                  <a:lnTo>
                    <a:pt x="41120" y="21751"/>
                  </a:lnTo>
                  <a:lnTo>
                    <a:pt x="11125" y="38279"/>
                  </a:lnTo>
                  <a:lnTo>
                    <a:pt x="0" y="59200"/>
                  </a:lnTo>
                  <a:lnTo>
                    <a:pt x="0" y="453874"/>
                  </a:lnTo>
                  <a:lnTo>
                    <a:pt x="41120" y="491325"/>
                  </a:lnTo>
                  <a:lnTo>
                    <a:pt x="84914" y="503312"/>
                  </a:lnTo>
                  <a:lnTo>
                    <a:pt x="137435" y="510610"/>
                  </a:lnTo>
                  <a:lnTo>
                    <a:pt x="193613" y="513076"/>
                  </a:lnTo>
                  <a:lnTo>
                    <a:pt x="249792" y="510610"/>
                  </a:lnTo>
                  <a:lnTo>
                    <a:pt x="302313" y="503312"/>
                  </a:lnTo>
                  <a:lnTo>
                    <a:pt x="346107" y="491325"/>
                  </a:lnTo>
                  <a:lnTo>
                    <a:pt x="376102" y="474798"/>
                  </a:lnTo>
                  <a:lnTo>
                    <a:pt x="387227" y="453874"/>
                  </a:lnTo>
                  <a:close/>
                </a:path>
                <a:path w="387350" h="513080">
                  <a:moveTo>
                    <a:pt x="193613" y="13155"/>
                  </a:moveTo>
                  <a:lnTo>
                    <a:pt x="265301" y="17297"/>
                  </a:lnTo>
                  <a:lnTo>
                    <a:pt x="322430" y="28038"/>
                  </a:lnTo>
                  <a:lnTo>
                    <a:pt x="360216" y="42848"/>
                  </a:lnTo>
                  <a:lnTo>
                    <a:pt x="373874" y="59201"/>
                  </a:lnTo>
                  <a:lnTo>
                    <a:pt x="360216" y="75553"/>
                  </a:lnTo>
                  <a:lnTo>
                    <a:pt x="322430" y="90363"/>
                  </a:lnTo>
                  <a:lnTo>
                    <a:pt x="265301" y="101104"/>
                  </a:lnTo>
                  <a:lnTo>
                    <a:pt x="193613" y="105246"/>
                  </a:lnTo>
                  <a:lnTo>
                    <a:pt x="121922" y="101104"/>
                  </a:lnTo>
                  <a:lnTo>
                    <a:pt x="64793" y="90363"/>
                  </a:lnTo>
                  <a:lnTo>
                    <a:pt x="27009" y="75553"/>
                  </a:lnTo>
                  <a:lnTo>
                    <a:pt x="13352" y="59200"/>
                  </a:lnTo>
                  <a:lnTo>
                    <a:pt x="27009" y="42848"/>
                  </a:lnTo>
                  <a:lnTo>
                    <a:pt x="64793" y="28038"/>
                  </a:lnTo>
                  <a:lnTo>
                    <a:pt x="121922" y="17297"/>
                  </a:lnTo>
                  <a:lnTo>
                    <a:pt x="193613" y="13155"/>
                  </a:lnTo>
                  <a:close/>
                </a:path>
                <a:path w="387350" h="513080">
                  <a:moveTo>
                    <a:pt x="13352" y="81960"/>
                  </a:moveTo>
                  <a:lnTo>
                    <a:pt x="43979" y="97700"/>
                  </a:lnTo>
                  <a:lnTo>
                    <a:pt x="87366" y="109110"/>
                  </a:lnTo>
                  <a:lnTo>
                    <a:pt x="138811" y="116056"/>
                  </a:lnTo>
                  <a:lnTo>
                    <a:pt x="193613" y="118401"/>
                  </a:lnTo>
                  <a:lnTo>
                    <a:pt x="248415" y="116056"/>
                  </a:lnTo>
                  <a:lnTo>
                    <a:pt x="299861" y="109110"/>
                  </a:lnTo>
                  <a:lnTo>
                    <a:pt x="343248" y="97700"/>
                  </a:lnTo>
                  <a:lnTo>
                    <a:pt x="373874" y="81960"/>
                  </a:lnTo>
                  <a:lnTo>
                    <a:pt x="373875" y="190758"/>
                  </a:lnTo>
                  <a:lnTo>
                    <a:pt x="360216" y="207110"/>
                  </a:lnTo>
                  <a:lnTo>
                    <a:pt x="322430" y="221921"/>
                  </a:lnTo>
                  <a:lnTo>
                    <a:pt x="265301" y="232661"/>
                  </a:lnTo>
                  <a:lnTo>
                    <a:pt x="193613" y="236803"/>
                  </a:lnTo>
                  <a:lnTo>
                    <a:pt x="121922" y="232661"/>
                  </a:lnTo>
                  <a:lnTo>
                    <a:pt x="64793" y="221921"/>
                  </a:lnTo>
                  <a:lnTo>
                    <a:pt x="27010" y="207110"/>
                  </a:lnTo>
                  <a:lnTo>
                    <a:pt x="13352" y="190758"/>
                  </a:lnTo>
                  <a:lnTo>
                    <a:pt x="13352" y="81960"/>
                  </a:lnTo>
                  <a:close/>
                </a:path>
                <a:path w="387350" h="513080">
                  <a:moveTo>
                    <a:pt x="13352" y="213518"/>
                  </a:moveTo>
                  <a:lnTo>
                    <a:pt x="43979" y="229257"/>
                  </a:lnTo>
                  <a:lnTo>
                    <a:pt x="87366" y="240668"/>
                  </a:lnTo>
                  <a:lnTo>
                    <a:pt x="138811" y="247614"/>
                  </a:lnTo>
                  <a:lnTo>
                    <a:pt x="193613" y="249959"/>
                  </a:lnTo>
                  <a:lnTo>
                    <a:pt x="248415" y="247614"/>
                  </a:lnTo>
                  <a:lnTo>
                    <a:pt x="299861" y="240668"/>
                  </a:lnTo>
                  <a:lnTo>
                    <a:pt x="343248" y="229257"/>
                  </a:lnTo>
                  <a:lnTo>
                    <a:pt x="373875" y="213518"/>
                  </a:lnTo>
                  <a:lnTo>
                    <a:pt x="373875" y="322316"/>
                  </a:lnTo>
                  <a:lnTo>
                    <a:pt x="360216" y="338668"/>
                  </a:lnTo>
                  <a:lnTo>
                    <a:pt x="322430" y="353479"/>
                  </a:lnTo>
                  <a:lnTo>
                    <a:pt x="265301" y="364219"/>
                  </a:lnTo>
                  <a:lnTo>
                    <a:pt x="193613" y="368361"/>
                  </a:lnTo>
                  <a:lnTo>
                    <a:pt x="121922" y="364219"/>
                  </a:lnTo>
                  <a:lnTo>
                    <a:pt x="64793" y="353479"/>
                  </a:lnTo>
                  <a:lnTo>
                    <a:pt x="27010" y="338668"/>
                  </a:lnTo>
                  <a:lnTo>
                    <a:pt x="13352" y="322316"/>
                  </a:lnTo>
                  <a:lnTo>
                    <a:pt x="13352" y="213518"/>
                  </a:lnTo>
                  <a:close/>
                </a:path>
                <a:path w="387350" h="513080">
                  <a:moveTo>
                    <a:pt x="13352" y="453874"/>
                  </a:moveTo>
                  <a:lnTo>
                    <a:pt x="13352" y="345075"/>
                  </a:lnTo>
                  <a:lnTo>
                    <a:pt x="43979" y="360815"/>
                  </a:lnTo>
                  <a:lnTo>
                    <a:pt x="87366" y="372226"/>
                  </a:lnTo>
                  <a:lnTo>
                    <a:pt x="138812" y="379172"/>
                  </a:lnTo>
                  <a:lnTo>
                    <a:pt x="193613" y="381517"/>
                  </a:lnTo>
                  <a:lnTo>
                    <a:pt x="248415" y="379172"/>
                  </a:lnTo>
                  <a:lnTo>
                    <a:pt x="299861" y="372226"/>
                  </a:lnTo>
                  <a:lnTo>
                    <a:pt x="343248" y="360815"/>
                  </a:lnTo>
                  <a:lnTo>
                    <a:pt x="373875" y="345076"/>
                  </a:lnTo>
                  <a:lnTo>
                    <a:pt x="373875" y="453874"/>
                  </a:lnTo>
                  <a:lnTo>
                    <a:pt x="360216" y="470226"/>
                  </a:lnTo>
                  <a:lnTo>
                    <a:pt x="322430" y="485037"/>
                  </a:lnTo>
                  <a:lnTo>
                    <a:pt x="265301" y="495778"/>
                  </a:lnTo>
                  <a:lnTo>
                    <a:pt x="193613" y="499920"/>
                  </a:lnTo>
                  <a:lnTo>
                    <a:pt x="121922" y="495778"/>
                  </a:lnTo>
                  <a:lnTo>
                    <a:pt x="64793" y="485037"/>
                  </a:lnTo>
                  <a:lnTo>
                    <a:pt x="27010" y="470226"/>
                  </a:lnTo>
                  <a:lnTo>
                    <a:pt x="13352" y="453874"/>
                  </a:lnTo>
                  <a:close/>
                </a:path>
              </a:pathLst>
            </a:custGeom>
            <a:ln w="662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406322" y="2341677"/>
              <a:ext cx="27305" cy="26670"/>
            </a:xfrm>
            <a:custGeom>
              <a:avLst/>
              <a:gdLst/>
              <a:ahLst/>
              <a:cxnLst/>
              <a:rect l="l" t="t" r="r" b="b"/>
              <a:pathLst>
                <a:path w="27305" h="26669">
                  <a:moveTo>
                    <a:pt x="20723" y="0"/>
                  </a:moveTo>
                  <a:lnTo>
                    <a:pt x="5973" y="0"/>
                  </a:lnTo>
                  <a:lnTo>
                    <a:pt x="0" y="5893"/>
                  </a:lnTo>
                  <a:lnTo>
                    <a:pt x="0" y="20417"/>
                  </a:lnTo>
                  <a:lnTo>
                    <a:pt x="5973" y="26311"/>
                  </a:lnTo>
                  <a:lnTo>
                    <a:pt x="20723" y="26311"/>
                  </a:lnTo>
                  <a:lnTo>
                    <a:pt x="26705" y="20417"/>
                  </a:lnTo>
                  <a:lnTo>
                    <a:pt x="26705" y="13155"/>
                  </a:lnTo>
                  <a:lnTo>
                    <a:pt x="26705" y="5893"/>
                  </a:lnTo>
                  <a:lnTo>
                    <a:pt x="2072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406322" y="2341677"/>
              <a:ext cx="27305" cy="26670"/>
            </a:xfrm>
            <a:custGeom>
              <a:avLst/>
              <a:gdLst/>
              <a:ahLst/>
              <a:cxnLst/>
              <a:rect l="l" t="t" r="r" b="b"/>
              <a:pathLst>
                <a:path w="27305" h="26669">
                  <a:moveTo>
                    <a:pt x="26705" y="13155"/>
                  </a:moveTo>
                  <a:lnTo>
                    <a:pt x="26705" y="20417"/>
                  </a:lnTo>
                  <a:lnTo>
                    <a:pt x="20723" y="26311"/>
                  </a:lnTo>
                  <a:lnTo>
                    <a:pt x="13352" y="26311"/>
                  </a:lnTo>
                  <a:lnTo>
                    <a:pt x="5973" y="26311"/>
                  </a:lnTo>
                  <a:lnTo>
                    <a:pt x="0" y="20417"/>
                  </a:lnTo>
                  <a:lnTo>
                    <a:pt x="0" y="13155"/>
                  </a:lnTo>
                  <a:lnTo>
                    <a:pt x="0" y="5893"/>
                  </a:lnTo>
                  <a:lnTo>
                    <a:pt x="5973" y="0"/>
                  </a:lnTo>
                  <a:lnTo>
                    <a:pt x="13352" y="0"/>
                  </a:lnTo>
                  <a:lnTo>
                    <a:pt x="20723" y="0"/>
                  </a:lnTo>
                  <a:lnTo>
                    <a:pt x="26705" y="5893"/>
                  </a:lnTo>
                  <a:lnTo>
                    <a:pt x="26705" y="13155"/>
                  </a:lnTo>
                  <a:close/>
                </a:path>
              </a:pathLst>
            </a:custGeom>
            <a:ln w="66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406322" y="2473235"/>
              <a:ext cx="27305" cy="26670"/>
            </a:xfrm>
            <a:custGeom>
              <a:avLst/>
              <a:gdLst/>
              <a:ahLst/>
              <a:cxnLst/>
              <a:rect l="l" t="t" r="r" b="b"/>
              <a:pathLst>
                <a:path w="27305" h="26669">
                  <a:moveTo>
                    <a:pt x="20723" y="0"/>
                  </a:moveTo>
                  <a:lnTo>
                    <a:pt x="5973" y="0"/>
                  </a:lnTo>
                  <a:lnTo>
                    <a:pt x="0" y="5893"/>
                  </a:lnTo>
                  <a:lnTo>
                    <a:pt x="0" y="20417"/>
                  </a:lnTo>
                  <a:lnTo>
                    <a:pt x="5973" y="26311"/>
                  </a:lnTo>
                  <a:lnTo>
                    <a:pt x="20723" y="26311"/>
                  </a:lnTo>
                  <a:lnTo>
                    <a:pt x="26705" y="20417"/>
                  </a:lnTo>
                  <a:lnTo>
                    <a:pt x="26705" y="13155"/>
                  </a:lnTo>
                  <a:lnTo>
                    <a:pt x="26705" y="5893"/>
                  </a:lnTo>
                  <a:lnTo>
                    <a:pt x="2072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406322" y="2473235"/>
              <a:ext cx="27305" cy="26670"/>
            </a:xfrm>
            <a:custGeom>
              <a:avLst/>
              <a:gdLst/>
              <a:ahLst/>
              <a:cxnLst/>
              <a:rect l="l" t="t" r="r" b="b"/>
              <a:pathLst>
                <a:path w="27305" h="26669">
                  <a:moveTo>
                    <a:pt x="26705" y="13155"/>
                  </a:moveTo>
                  <a:lnTo>
                    <a:pt x="26705" y="20417"/>
                  </a:lnTo>
                  <a:lnTo>
                    <a:pt x="20723" y="26311"/>
                  </a:lnTo>
                  <a:lnTo>
                    <a:pt x="13352" y="26311"/>
                  </a:lnTo>
                  <a:lnTo>
                    <a:pt x="5973" y="26311"/>
                  </a:lnTo>
                  <a:lnTo>
                    <a:pt x="0" y="20417"/>
                  </a:lnTo>
                  <a:lnTo>
                    <a:pt x="0" y="13155"/>
                  </a:lnTo>
                  <a:lnTo>
                    <a:pt x="0" y="5893"/>
                  </a:lnTo>
                  <a:lnTo>
                    <a:pt x="5973" y="0"/>
                  </a:lnTo>
                  <a:lnTo>
                    <a:pt x="13352" y="0"/>
                  </a:lnTo>
                  <a:lnTo>
                    <a:pt x="20723" y="0"/>
                  </a:lnTo>
                  <a:lnTo>
                    <a:pt x="26705" y="5893"/>
                  </a:lnTo>
                  <a:lnTo>
                    <a:pt x="26705" y="13155"/>
                  </a:lnTo>
                  <a:close/>
                </a:path>
              </a:pathLst>
            </a:custGeom>
            <a:ln w="66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406322" y="2604792"/>
              <a:ext cx="27305" cy="26670"/>
            </a:xfrm>
            <a:custGeom>
              <a:avLst/>
              <a:gdLst/>
              <a:ahLst/>
              <a:cxnLst/>
              <a:rect l="l" t="t" r="r" b="b"/>
              <a:pathLst>
                <a:path w="27305" h="26669">
                  <a:moveTo>
                    <a:pt x="20723" y="0"/>
                  </a:moveTo>
                  <a:lnTo>
                    <a:pt x="5973" y="0"/>
                  </a:lnTo>
                  <a:lnTo>
                    <a:pt x="0" y="5893"/>
                  </a:lnTo>
                  <a:lnTo>
                    <a:pt x="0" y="20417"/>
                  </a:lnTo>
                  <a:lnTo>
                    <a:pt x="5973" y="26311"/>
                  </a:lnTo>
                  <a:lnTo>
                    <a:pt x="20723" y="26311"/>
                  </a:lnTo>
                  <a:lnTo>
                    <a:pt x="26705" y="20417"/>
                  </a:lnTo>
                  <a:lnTo>
                    <a:pt x="26705" y="13155"/>
                  </a:lnTo>
                  <a:lnTo>
                    <a:pt x="26705" y="5893"/>
                  </a:lnTo>
                  <a:lnTo>
                    <a:pt x="2072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406322" y="2604792"/>
              <a:ext cx="27305" cy="26670"/>
            </a:xfrm>
            <a:custGeom>
              <a:avLst/>
              <a:gdLst/>
              <a:ahLst/>
              <a:cxnLst/>
              <a:rect l="l" t="t" r="r" b="b"/>
              <a:pathLst>
                <a:path w="27305" h="26669">
                  <a:moveTo>
                    <a:pt x="26705" y="13155"/>
                  </a:moveTo>
                  <a:lnTo>
                    <a:pt x="26705" y="20417"/>
                  </a:lnTo>
                  <a:lnTo>
                    <a:pt x="20723" y="26311"/>
                  </a:lnTo>
                  <a:lnTo>
                    <a:pt x="13352" y="26311"/>
                  </a:lnTo>
                  <a:lnTo>
                    <a:pt x="5973" y="26311"/>
                  </a:lnTo>
                  <a:lnTo>
                    <a:pt x="0" y="20417"/>
                  </a:lnTo>
                  <a:lnTo>
                    <a:pt x="0" y="13155"/>
                  </a:lnTo>
                  <a:lnTo>
                    <a:pt x="0" y="5893"/>
                  </a:lnTo>
                  <a:lnTo>
                    <a:pt x="5973" y="0"/>
                  </a:lnTo>
                  <a:lnTo>
                    <a:pt x="13352" y="0"/>
                  </a:lnTo>
                  <a:lnTo>
                    <a:pt x="20723" y="0"/>
                  </a:lnTo>
                  <a:lnTo>
                    <a:pt x="26705" y="5893"/>
                  </a:lnTo>
                  <a:lnTo>
                    <a:pt x="26705" y="13155"/>
                  </a:lnTo>
                  <a:close/>
                </a:path>
              </a:pathLst>
            </a:custGeom>
            <a:ln w="66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13805" y="3856577"/>
              <a:ext cx="526415" cy="526415"/>
            </a:xfrm>
            <a:custGeom>
              <a:avLst/>
              <a:gdLst/>
              <a:ahLst/>
              <a:cxnLst/>
              <a:rect l="l" t="t" r="r" b="b"/>
              <a:pathLst>
                <a:path w="526414" h="526414">
                  <a:moveTo>
                    <a:pt x="124988" y="388095"/>
                  </a:moveTo>
                  <a:lnTo>
                    <a:pt x="85518" y="388095"/>
                  </a:lnTo>
                  <a:lnTo>
                    <a:pt x="85518" y="526231"/>
                  </a:lnTo>
                  <a:lnTo>
                    <a:pt x="124988" y="526231"/>
                  </a:lnTo>
                  <a:lnTo>
                    <a:pt x="124988" y="388095"/>
                  </a:lnTo>
                  <a:close/>
                </a:path>
                <a:path w="526414" h="526414">
                  <a:moveTo>
                    <a:pt x="440742" y="388095"/>
                  </a:moveTo>
                  <a:lnTo>
                    <a:pt x="401273" y="388095"/>
                  </a:lnTo>
                  <a:lnTo>
                    <a:pt x="401273" y="526231"/>
                  </a:lnTo>
                  <a:lnTo>
                    <a:pt x="440742" y="526231"/>
                  </a:lnTo>
                  <a:lnTo>
                    <a:pt x="440742" y="388095"/>
                  </a:lnTo>
                  <a:close/>
                </a:path>
                <a:path w="526414" h="526414">
                  <a:moveTo>
                    <a:pt x="520365" y="361783"/>
                  </a:moveTo>
                  <a:lnTo>
                    <a:pt x="5889" y="361783"/>
                  </a:lnTo>
                  <a:lnTo>
                    <a:pt x="0" y="367677"/>
                  </a:lnTo>
                  <a:lnTo>
                    <a:pt x="0" y="382210"/>
                  </a:lnTo>
                  <a:lnTo>
                    <a:pt x="5889" y="388095"/>
                  </a:lnTo>
                  <a:lnTo>
                    <a:pt x="520365" y="388095"/>
                  </a:lnTo>
                  <a:lnTo>
                    <a:pt x="526259" y="382210"/>
                  </a:lnTo>
                  <a:lnTo>
                    <a:pt x="526259" y="367677"/>
                  </a:lnTo>
                  <a:lnTo>
                    <a:pt x="520365" y="361783"/>
                  </a:lnTo>
                  <a:close/>
                </a:path>
                <a:path w="526414" h="526414">
                  <a:moveTo>
                    <a:pt x="36182" y="335472"/>
                  </a:moveTo>
                  <a:lnTo>
                    <a:pt x="16445" y="335472"/>
                  </a:lnTo>
                  <a:lnTo>
                    <a:pt x="16445" y="361783"/>
                  </a:lnTo>
                  <a:lnTo>
                    <a:pt x="36182" y="361783"/>
                  </a:lnTo>
                  <a:lnTo>
                    <a:pt x="36182" y="335472"/>
                  </a:lnTo>
                  <a:close/>
                </a:path>
                <a:path w="526414" h="526414">
                  <a:moveTo>
                    <a:pt x="92886" y="335472"/>
                  </a:moveTo>
                  <a:lnTo>
                    <a:pt x="64994" y="335472"/>
                  </a:lnTo>
                  <a:lnTo>
                    <a:pt x="38681" y="361783"/>
                  </a:lnTo>
                  <a:lnTo>
                    <a:pt x="66573" y="361783"/>
                  </a:lnTo>
                  <a:lnTo>
                    <a:pt x="92886" y="335472"/>
                  </a:lnTo>
                  <a:close/>
                </a:path>
                <a:path w="526414" h="526414">
                  <a:moveTo>
                    <a:pt x="115120" y="335472"/>
                  </a:moveTo>
                  <a:lnTo>
                    <a:pt x="95386" y="335472"/>
                  </a:lnTo>
                  <a:lnTo>
                    <a:pt x="95386" y="361783"/>
                  </a:lnTo>
                  <a:lnTo>
                    <a:pt x="115120" y="361783"/>
                  </a:lnTo>
                  <a:lnTo>
                    <a:pt x="115120" y="335472"/>
                  </a:lnTo>
                  <a:close/>
                </a:path>
                <a:path w="526414" h="526414">
                  <a:moveTo>
                    <a:pt x="171825" y="335472"/>
                  </a:moveTo>
                  <a:lnTo>
                    <a:pt x="143933" y="335472"/>
                  </a:lnTo>
                  <a:lnTo>
                    <a:pt x="117620" y="361783"/>
                  </a:lnTo>
                  <a:lnTo>
                    <a:pt x="145512" y="361783"/>
                  </a:lnTo>
                  <a:lnTo>
                    <a:pt x="171825" y="335472"/>
                  </a:lnTo>
                  <a:close/>
                </a:path>
                <a:path w="526414" h="526414">
                  <a:moveTo>
                    <a:pt x="194059" y="335472"/>
                  </a:moveTo>
                  <a:lnTo>
                    <a:pt x="174324" y="335472"/>
                  </a:lnTo>
                  <a:lnTo>
                    <a:pt x="174324" y="361783"/>
                  </a:lnTo>
                  <a:lnTo>
                    <a:pt x="194059" y="361783"/>
                  </a:lnTo>
                  <a:lnTo>
                    <a:pt x="194059" y="335472"/>
                  </a:lnTo>
                  <a:close/>
                </a:path>
                <a:path w="526414" h="526414">
                  <a:moveTo>
                    <a:pt x="250763" y="335472"/>
                  </a:moveTo>
                  <a:lnTo>
                    <a:pt x="222871" y="335472"/>
                  </a:lnTo>
                  <a:lnTo>
                    <a:pt x="196559" y="361783"/>
                  </a:lnTo>
                  <a:lnTo>
                    <a:pt x="224450" y="361783"/>
                  </a:lnTo>
                  <a:lnTo>
                    <a:pt x="250763" y="335472"/>
                  </a:lnTo>
                  <a:close/>
                </a:path>
                <a:path w="526414" h="526414">
                  <a:moveTo>
                    <a:pt x="272998" y="335472"/>
                  </a:moveTo>
                  <a:lnTo>
                    <a:pt x="253263" y="335472"/>
                  </a:lnTo>
                  <a:lnTo>
                    <a:pt x="253263" y="361783"/>
                  </a:lnTo>
                  <a:lnTo>
                    <a:pt x="272998" y="361783"/>
                  </a:lnTo>
                  <a:lnTo>
                    <a:pt x="272998" y="335472"/>
                  </a:lnTo>
                  <a:close/>
                </a:path>
                <a:path w="526414" h="526414">
                  <a:moveTo>
                    <a:pt x="329702" y="335472"/>
                  </a:moveTo>
                  <a:lnTo>
                    <a:pt x="301810" y="335472"/>
                  </a:lnTo>
                  <a:lnTo>
                    <a:pt x="275497" y="361783"/>
                  </a:lnTo>
                  <a:lnTo>
                    <a:pt x="303389" y="361783"/>
                  </a:lnTo>
                  <a:lnTo>
                    <a:pt x="329702" y="335472"/>
                  </a:lnTo>
                  <a:close/>
                </a:path>
                <a:path w="526414" h="526414">
                  <a:moveTo>
                    <a:pt x="351936" y="335472"/>
                  </a:moveTo>
                  <a:lnTo>
                    <a:pt x="332202" y="335472"/>
                  </a:lnTo>
                  <a:lnTo>
                    <a:pt x="332202" y="361783"/>
                  </a:lnTo>
                  <a:lnTo>
                    <a:pt x="351936" y="361783"/>
                  </a:lnTo>
                  <a:lnTo>
                    <a:pt x="351936" y="335472"/>
                  </a:lnTo>
                  <a:close/>
                </a:path>
                <a:path w="526414" h="526414">
                  <a:moveTo>
                    <a:pt x="408640" y="335472"/>
                  </a:moveTo>
                  <a:lnTo>
                    <a:pt x="380749" y="335472"/>
                  </a:lnTo>
                  <a:lnTo>
                    <a:pt x="354436" y="361783"/>
                  </a:lnTo>
                  <a:lnTo>
                    <a:pt x="382328" y="361783"/>
                  </a:lnTo>
                  <a:lnTo>
                    <a:pt x="408640" y="335472"/>
                  </a:lnTo>
                  <a:close/>
                </a:path>
                <a:path w="526414" h="526414">
                  <a:moveTo>
                    <a:pt x="430875" y="335472"/>
                  </a:moveTo>
                  <a:lnTo>
                    <a:pt x="411140" y="335472"/>
                  </a:lnTo>
                  <a:lnTo>
                    <a:pt x="411140" y="361783"/>
                  </a:lnTo>
                  <a:lnTo>
                    <a:pt x="430875" y="361783"/>
                  </a:lnTo>
                  <a:lnTo>
                    <a:pt x="430875" y="335472"/>
                  </a:lnTo>
                  <a:close/>
                </a:path>
                <a:path w="526414" h="526414">
                  <a:moveTo>
                    <a:pt x="487579" y="335472"/>
                  </a:moveTo>
                  <a:lnTo>
                    <a:pt x="459687" y="335472"/>
                  </a:lnTo>
                  <a:lnTo>
                    <a:pt x="433375" y="361783"/>
                  </a:lnTo>
                  <a:lnTo>
                    <a:pt x="461266" y="361783"/>
                  </a:lnTo>
                  <a:lnTo>
                    <a:pt x="487579" y="335472"/>
                  </a:lnTo>
                  <a:close/>
                </a:path>
                <a:path w="526414" h="526414">
                  <a:moveTo>
                    <a:pt x="509813" y="335472"/>
                  </a:moveTo>
                  <a:lnTo>
                    <a:pt x="490079" y="335472"/>
                  </a:lnTo>
                  <a:lnTo>
                    <a:pt x="490079" y="361783"/>
                  </a:lnTo>
                  <a:lnTo>
                    <a:pt x="509813" y="361783"/>
                  </a:lnTo>
                  <a:lnTo>
                    <a:pt x="509813" y="335472"/>
                  </a:lnTo>
                  <a:close/>
                </a:path>
                <a:path w="526414" h="526414">
                  <a:moveTo>
                    <a:pt x="526259" y="46045"/>
                  </a:moveTo>
                  <a:lnTo>
                    <a:pt x="0" y="46045"/>
                  </a:lnTo>
                  <a:lnTo>
                    <a:pt x="0" y="335472"/>
                  </a:lnTo>
                  <a:lnTo>
                    <a:pt x="526259" y="335472"/>
                  </a:lnTo>
                  <a:lnTo>
                    <a:pt x="526259" y="309160"/>
                  </a:lnTo>
                  <a:lnTo>
                    <a:pt x="26313" y="309160"/>
                  </a:lnTo>
                  <a:lnTo>
                    <a:pt x="26312" y="72356"/>
                  </a:lnTo>
                  <a:lnTo>
                    <a:pt x="526259" y="72356"/>
                  </a:lnTo>
                  <a:lnTo>
                    <a:pt x="526259" y="46045"/>
                  </a:lnTo>
                  <a:close/>
                </a:path>
                <a:path w="526414" h="526414">
                  <a:moveTo>
                    <a:pt x="526259" y="72356"/>
                  </a:moveTo>
                  <a:lnTo>
                    <a:pt x="499946" y="72356"/>
                  </a:lnTo>
                  <a:lnTo>
                    <a:pt x="499946" y="309160"/>
                  </a:lnTo>
                  <a:lnTo>
                    <a:pt x="526259" y="309160"/>
                  </a:lnTo>
                  <a:lnTo>
                    <a:pt x="526259" y="72356"/>
                  </a:lnTo>
                  <a:close/>
                </a:path>
                <a:path w="526414" h="526414">
                  <a:moveTo>
                    <a:pt x="118409" y="26311"/>
                  </a:moveTo>
                  <a:lnTo>
                    <a:pt x="92096" y="26311"/>
                  </a:lnTo>
                  <a:lnTo>
                    <a:pt x="92096" y="46045"/>
                  </a:lnTo>
                  <a:lnTo>
                    <a:pt x="118409" y="46045"/>
                  </a:lnTo>
                  <a:lnTo>
                    <a:pt x="118409" y="26311"/>
                  </a:lnTo>
                  <a:close/>
                </a:path>
                <a:path w="526414" h="526414">
                  <a:moveTo>
                    <a:pt x="276286" y="26311"/>
                  </a:moveTo>
                  <a:lnTo>
                    <a:pt x="249974" y="26311"/>
                  </a:lnTo>
                  <a:lnTo>
                    <a:pt x="249974" y="46045"/>
                  </a:lnTo>
                  <a:lnTo>
                    <a:pt x="276286" y="46045"/>
                  </a:lnTo>
                  <a:lnTo>
                    <a:pt x="276286" y="26311"/>
                  </a:lnTo>
                  <a:close/>
                </a:path>
                <a:path w="526414" h="526414">
                  <a:moveTo>
                    <a:pt x="434164" y="26311"/>
                  </a:moveTo>
                  <a:lnTo>
                    <a:pt x="407851" y="26311"/>
                  </a:lnTo>
                  <a:lnTo>
                    <a:pt x="407851" y="46045"/>
                  </a:lnTo>
                  <a:lnTo>
                    <a:pt x="434164" y="46045"/>
                  </a:lnTo>
                  <a:lnTo>
                    <a:pt x="434164" y="26311"/>
                  </a:lnTo>
                  <a:close/>
                </a:path>
                <a:path w="526414" h="526414">
                  <a:moveTo>
                    <a:pt x="125672" y="0"/>
                  </a:moveTo>
                  <a:lnTo>
                    <a:pt x="84825" y="0"/>
                  </a:lnTo>
                  <a:lnTo>
                    <a:pt x="78940" y="5893"/>
                  </a:lnTo>
                  <a:lnTo>
                    <a:pt x="78940" y="20426"/>
                  </a:lnTo>
                  <a:lnTo>
                    <a:pt x="84825" y="26311"/>
                  </a:lnTo>
                  <a:lnTo>
                    <a:pt x="125672" y="26311"/>
                  </a:lnTo>
                  <a:lnTo>
                    <a:pt x="131566" y="20426"/>
                  </a:lnTo>
                  <a:lnTo>
                    <a:pt x="131566" y="5893"/>
                  </a:lnTo>
                  <a:lnTo>
                    <a:pt x="125672" y="0"/>
                  </a:lnTo>
                  <a:close/>
                </a:path>
                <a:path w="526414" h="526414">
                  <a:moveTo>
                    <a:pt x="283549" y="0"/>
                  </a:moveTo>
                  <a:lnTo>
                    <a:pt x="242702" y="0"/>
                  </a:lnTo>
                  <a:lnTo>
                    <a:pt x="236817" y="5893"/>
                  </a:lnTo>
                  <a:lnTo>
                    <a:pt x="236817" y="20426"/>
                  </a:lnTo>
                  <a:lnTo>
                    <a:pt x="242702" y="26311"/>
                  </a:lnTo>
                  <a:lnTo>
                    <a:pt x="283549" y="26311"/>
                  </a:lnTo>
                  <a:lnTo>
                    <a:pt x="289443" y="20426"/>
                  </a:lnTo>
                  <a:lnTo>
                    <a:pt x="289443" y="5893"/>
                  </a:lnTo>
                  <a:lnTo>
                    <a:pt x="283549" y="0"/>
                  </a:lnTo>
                  <a:close/>
                </a:path>
                <a:path w="526414" h="526414">
                  <a:moveTo>
                    <a:pt x="441426" y="0"/>
                  </a:moveTo>
                  <a:lnTo>
                    <a:pt x="400580" y="0"/>
                  </a:lnTo>
                  <a:lnTo>
                    <a:pt x="394694" y="5893"/>
                  </a:lnTo>
                  <a:lnTo>
                    <a:pt x="394694" y="20426"/>
                  </a:lnTo>
                  <a:lnTo>
                    <a:pt x="400580" y="26311"/>
                  </a:lnTo>
                  <a:lnTo>
                    <a:pt x="441426" y="26311"/>
                  </a:lnTo>
                  <a:lnTo>
                    <a:pt x="447320" y="20426"/>
                  </a:lnTo>
                  <a:lnTo>
                    <a:pt x="447320" y="5893"/>
                  </a:lnTo>
                  <a:lnTo>
                    <a:pt x="4414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2743" rIns="0" bIns="0" rtlCol="0">
            <a:spAutoFit/>
          </a:bodyPr>
          <a:lstStyle/>
          <a:p>
            <a:pPr marL="3173095">
              <a:lnSpc>
                <a:spcPct val="100000"/>
              </a:lnSpc>
              <a:spcBef>
                <a:spcPts val="130"/>
              </a:spcBef>
            </a:pPr>
            <a:r>
              <a:rPr sz="2750" spc="100" dirty="0"/>
              <a:t>Process</a:t>
            </a:r>
            <a:r>
              <a:rPr sz="2750" spc="-130" dirty="0"/>
              <a:t> </a:t>
            </a:r>
            <a:r>
              <a:rPr sz="2750" spc="-20" dirty="0"/>
              <a:t>Flow</a:t>
            </a:r>
            <a:endParaRPr sz="2750"/>
          </a:p>
        </p:txBody>
      </p:sp>
      <p:grpSp>
        <p:nvGrpSpPr>
          <p:cNvPr id="14" name="object 14"/>
          <p:cNvGrpSpPr/>
          <p:nvPr/>
        </p:nvGrpSpPr>
        <p:grpSpPr>
          <a:xfrm>
            <a:off x="1979028" y="871243"/>
            <a:ext cx="614680" cy="546100"/>
            <a:chOff x="1979028" y="871243"/>
            <a:chExt cx="614680" cy="546100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79028" y="950221"/>
              <a:ext cx="186946" cy="28285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39404" y="871243"/>
              <a:ext cx="66777" cy="14961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72940" y="923866"/>
              <a:ext cx="140208" cy="14818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79172" y="1255822"/>
              <a:ext cx="140211" cy="14175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463142" y="1114679"/>
              <a:ext cx="130166" cy="65783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399645" y="1254831"/>
              <a:ext cx="133576" cy="103233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272786" y="1255822"/>
              <a:ext cx="66777" cy="161484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2103976" y="1036109"/>
              <a:ext cx="362585" cy="200025"/>
            </a:xfrm>
            <a:custGeom>
              <a:avLst/>
              <a:gdLst/>
              <a:ahLst/>
              <a:cxnLst/>
              <a:rect l="l" t="t" r="r" b="b"/>
              <a:pathLst>
                <a:path w="362585" h="200025">
                  <a:moveTo>
                    <a:pt x="159483" y="0"/>
                  </a:moveTo>
                  <a:lnTo>
                    <a:pt x="109917" y="11505"/>
                  </a:lnTo>
                  <a:lnTo>
                    <a:pt x="78896" y="49520"/>
                  </a:lnTo>
                  <a:lnTo>
                    <a:pt x="74308" y="74490"/>
                  </a:lnTo>
                  <a:lnTo>
                    <a:pt x="74308" y="75148"/>
                  </a:lnTo>
                  <a:lnTo>
                    <a:pt x="56754" y="74766"/>
                  </a:lnTo>
                  <a:lnTo>
                    <a:pt x="12548" y="99486"/>
                  </a:lnTo>
                  <a:lnTo>
                    <a:pt x="0" y="130787"/>
                  </a:lnTo>
                  <a:lnTo>
                    <a:pt x="584" y="147615"/>
                  </a:lnTo>
                  <a:lnTo>
                    <a:pt x="28602" y="189431"/>
                  </a:lnTo>
                  <a:lnTo>
                    <a:pt x="82026" y="199988"/>
                  </a:lnTo>
                  <a:lnTo>
                    <a:pt x="310829" y="199988"/>
                  </a:lnTo>
                  <a:lnTo>
                    <a:pt x="330707" y="196266"/>
                  </a:lnTo>
                  <a:lnTo>
                    <a:pt x="347027" y="185691"/>
                  </a:lnTo>
                  <a:lnTo>
                    <a:pt x="358131" y="169858"/>
                  </a:lnTo>
                  <a:lnTo>
                    <a:pt x="362361" y="150364"/>
                  </a:lnTo>
                  <a:lnTo>
                    <a:pt x="358584" y="130780"/>
                  </a:lnTo>
                  <a:lnTo>
                    <a:pt x="310829" y="99592"/>
                  </a:lnTo>
                  <a:lnTo>
                    <a:pt x="306529" y="99802"/>
                  </a:lnTo>
                  <a:lnTo>
                    <a:pt x="304651" y="84600"/>
                  </a:lnTo>
                  <a:lnTo>
                    <a:pt x="279263" y="48363"/>
                  </a:lnTo>
                  <a:lnTo>
                    <a:pt x="235602" y="37178"/>
                  </a:lnTo>
                  <a:lnTo>
                    <a:pt x="220511" y="40470"/>
                  </a:lnTo>
                  <a:lnTo>
                    <a:pt x="204806" y="20222"/>
                  </a:lnTo>
                  <a:lnTo>
                    <a:pt x="183827" y="6448"/>
                  </a:lnTo>
                  <a:lnTo>
                    <a:pt x="15948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/>
          <p:nvPr/>
        </p:nvSpPr>
        <p:spPr>
          <a:xfrm>
            <a:off x="4540110" y="921308"/>
            <a:ext cx="473709" cy="472440"/>
          </a:xfrm>
          <a:custGeom>
            <a:avLst/>
            <a:gdLst/>
            <a:ahLst/>
            <a:cxnLst/>
            <a:rect l="l" t="t" r="r" b="b"/>
            <a:pathLst>
              <a:path w="473710" h="472440">
                <a:moveTo>
                  <a:pt x="190766" y="433946"/>
                </a:moveTo>
                <a:lnTo>
                  <a:pt x="0" y="433946"/>
                </a:lnTo>
                <a:lnTo>
                  <a:pt x="0" y="472224"/>
                </a:lnTo>
                <a:lnTo>
                  <a:pt x="190766" y="472224"/>
                </a:lnTo>
                <a:lnTo>
                  <a:pt x="190766" y="433946"/>
                </a:lnTo>
                <a:close/>
              </a:path>
              <a:path w="473710" h="472440">
                <a:moveTo>
                  <a:pt x="256552" y="433946"/>
                </a:moveTo>
                <a:lnTo>
                  <a:pt x="217081" y="433946"/>
                </a:lnTo>
                <a:lnTo>
                  <a:pt x="217081" y="472224"/>
                </a:lnTo>
                <a:lnTo>
                  <a:pt x="256552" y="472224"/>
                </a:lnTo>
                <a:lnTo>
                  <a:pt x="256552" y="433946"/>
                </a:lnTo>
                <a:close/>
              </a:path>
              <a:path w="473710" h="472440">
                <a:moveTo>
                  <a:pt x="447319" y="278104"/>
                </a:moveTo>
                <a:lnTo>
                  <a:pt x="445477" y="269214"/>
                </a:lnTo>
                <a:lnTo>
                  <a:pt x="440423" y="261950"/>
                </a:lnTo>
                <a:lnTo>
                  <a:pt x="432943" y="257048"/>
                </a:lnTo>
                <a:lnTo>
                  <a:pt x="423773" y="255257"/>
                </a:lnTo>
                <a:lnTo>
                  <a:pt x="236816" y="255257"/>
                </a:lnTo>
                <a:lnTo>
                  <a:pt x="236816" y="299262"/>
                </a:lnTo>
                <a:lnTo>
                  <a:pt x="236816" y="313359"/>
                </a:lnTo>
                <a:lnTo>
                  <a:pt x="230924" y="319074"/>
                </a:lnTo>
                <a:lnTo>
                  <a:pt x="216395" y="319074"/>
                </a:lnTo>
                <a:lnTo>
                  <a:pt x="210502" y="313359"/>
                </a:lnTo>
                <a:lnTo>
                  <a:pt x="210502" y="299262"/>
                </a:lnTo>
                <a:lnTo>
                  <a:pt x="216395" y="293547"/>
                </a:lnTo>
                <a:lnTo>
                  <a:pt x="230924" y="293547"/>
                </a:lnTo>
                <a:lnTo>
                  <a:pt x="236816" y="299262"/>
                </a:lnTo>
                <a:lnTo>
                  <a:pt x="236816" y="255257"/>
                </a:lnTo>
                <a:lnTo>
                  <a:pt x="171043" y="255257"/>
                </a:lnTo>
                <a:lnTo>
                  <a:pt x="171043" y="299262"/>
                </a:lnTo>
                <a:lnTo>
                  <a:pt x="171043" y="313359"/>
                </a:lnTo>
                <a:lnTo>
                  <a:pt x="165138" y="319074"/>
                </a:lnTo>
                <a:lnTo>
                  <a:pt x="150609" y="319074"/>
                </a:lnTo>
                <a:lnTo>
                  <a:pt x="144729" y="313359"/>
                </a:lnTo>
                <a:lnTo>
                  <a:pt x="144729" y="299262"/>
                </a:lnTo>
                <a:lnTo>
                  <a:pt x="150609" y="293547"/>
                </a:lnTo>
                <a:lnTo>
                  <a:pt x="165138" y="293547"/>
                </a:lnTo>
                <a:lnTo>
                  <a:pt x="171043" y="299262"/>
                </a:lnTo>
                <a:lnTo>
                  <a:pt x="171043" y="255257"/>
                </a:lnTo>
                <a:lnTo>
                  <a:pt x="105257" y="255257"/>
                </a:lnTo>
                <a:lnTo>
                  <a:pt x="105257" y="299262"/>
                </a:lnTo>
                <a:lnTo>
                  <a:pt x="105257" y="313359"/>
                </a:lnTo>
                <a:lnTo>
                  <a:pt x="99364" y="319074"/>
                </a:lnTo>
                <a:lnTo>
                  <a:pt x="84823" y="319074"/>
                </a:lnTo>
                <a:lnTo>
                  <a:pt x="78943" y="313359"/>
                </a:lnTo>
                <a:lnTo>
                  <a:pt x="78943" y="299262"/>
                </a:lnTo>
                <a:lnTo>
                  <a:pt x="84823" y="293547"/>
                </a:lnTo>
                <a:lnTo>
                  <a:pt x="99364" y="293547"/>
                </a:lnTo>
                <a:lnTo>
                  <a:pt x="105257" y="299262"/>
                </a:lnTo>
                <a:lnTo>
                  <a:pt x="105257" y="255257"/>
                </a:lnTo>
                <a:lnTo>
                  <a:pt x="49872" y="255257"/>
                </a:lnTo>
                <a:lnTo>
                  <a:pt x="40703" y="257048"/>
                </a:lnTo>
                <a:lnTo>
                  <a:pt x="33210" y="261950"/>
                </a:lnTo>
                <a:lnTo>
                  <a:pt x="28168" y="269214"/>
                </a:lnTo>
                <a:lnTo>
                  <a:pt x="26314" y="278104"/>
                </a:lnTo>
                <a:lnTo>
                  <a:pt x="26314" y="334518"/>
                </a:lnTo>
                <a:lnTo>
                  <a:pt x="28168" y="343408"/>
                </a:lnTo>
                <a:lnTo>
                  <a:pt x="33210" y="350672"/>
                </a:lnTo>
                <a:lnTo>
                  <a:pt x="40703" y="355561"/>
                </a:lnTo>
                <a:lnTo>
                  <a:pt x="49872" y="357365"/>
                </a:lnTo>
                <a:lnTo>
                  <a:pt x="217081" y="357365"/>
                </a:lnTo>
                <a:lnTo>
                  <a:pt x="217081" y="408419"/>
                </a:lnTo>
                <a:lnTo>
                  <a:pt x="256552" y="408419"/>
                </a:lnTo>
                <a:lnTo>
                  <a:pt x="256552" y="357365"/>
                </a:lnTo>
                <a:lnTo>
                  <a:pt x="423773" y="357365"/>
                </a:lnTo>
                <a:lnTo>
                  <a:pt x="432943" y="355561"/>
                </a:lnTo>
                <a:lnTo>
                  <a:pt x="440423" y="350672"/>
                </a:lnTo>
                <a:lnTo>
                  <a:pt x="445477" y="343408"/>
                </a:lnTo>
                <a:lnTo>
                  <a:pt x="447319" y="334518"/>
                </a:lnTo>
                <a:lnTo>
                  <a:pt x="447319" y="319074"/>
                </a:lnTo>
                <a:lnTo>
                  <a:pt x="447319" y="293547"/>
                </a:lnTo>
                <a:lnTo>
                  <a:pt x="447319" y="278104"/>
                </a:lnTo>
                <a:close/>
              </a:path>
              <a:path w="473710" h="472440">
                <a:moveTo>
                  <a:pt x="447319" y="150469"/>
                </a:moveTo>
                <a:lnTo>
                  <a:pt x="445477" y="141579"/>
                </a:lnTo>
                <a:lnTo>
                  <a:pt x="440423" y="134315"/>
                </a:lnTo>
                <a:lnTo>
                  <a:pt x="432943" y="129425"/>
                </a:lnTo>
                <a:lnTo>
                  <a:pt x="423773" y="127635"/>
                </a:lnTo>
                <a:lnTo>
                  <a:pt x="236816" y="127635"/>
                </a:lnTo>
                <a:lnTo>
                  <a:pt x="236816" y="171640"/>
                </a:lnTo>
                <a:lnTo>
                  <a:pt x="236816" y="185737"/>
                </a:lnTo>
                <a:lnTo>
                  <a:pt x="230924" y="191439"/>
                </a:lnTo>
                <a:lnTo>
                  <a:pt x="216395" y="191439"/>
                </a:lnTo>
                <a:lnTo>
                  <a:pt x="210502" y="185737"/>
                </a:lnTo>
                <a:lnTo>
                  <a:pt x="210502" y="171640"/>
                </a:lnTo>
                <a:lnTo>
                  <a:pt x="216395" y="165912"/>
                </a:lnTo>
                <a:lnTo>
                  <a:pt x="230924" y="165912"/>
                </a:lnTo>
                <a:lnTo>
                  <a:pt x="236816" y="171640"/>
                </a:lnTo>
                <a:lnTo>
                  <a:pt x="236816" y="127635"/>
                </a:lnTo>
                <a:lnTo>
                  <a:pt x="171043" y="127635"/>
                </a:lnTo>
                <a:lnTo>
                  <a:pt x="171043" y="171640"/>
                </a:lnTo>
                <a:lnTo>
                  <a:pt x="171043" y="185737"/>
                </a:lnTo>
                <a:lnTo>
                  <a:pt x="165138" y="191439"/>
                </a:lnTo>
                <a:lnTo>
                  <a:pt x="150609" y="191439"/>
                </a:lnTo>
                <a:lnTo>
                  <a:pt x="144729" y="185737"/>
                </a:lnTo>
                <a:lnTo>
                  <a:pt x="144729" y="171640"/>
                </a:lnTo>
                <a:lnTo>
                  <a:pt x="150609" y="165912"/>
                </a:lnTo>
                <a:lnTo>
                  <a:pt x="165138" y="165912"/>
                </a:lnTo>
                <a:lnTo>
                  <a:pt x="171043" y="171640"/>
                </a:lnTo>
                <a:lnTo>
                  <a:pt x="171043" y="127635"/>
                </a:lnTo>
                <a:lnTo>
                  <a:pt x="105257" y="127635"/>
                </a:lnTo>
                <a:lnTo>
                  <a:pt x="105257" y="171640"/>
                </a:lnTo>
                <a:lnTo>
                  <a:pt x="105257" y="185737"/>
                </a:lnTo>
                <a:lnTo>
                  <a:pt x="99364" y="191439"/>
                </a:lnTo>
                <a:lnTo>
                  <a:pt x="84823" y="191439"/>
                </a:lnTo>
                <a:lnTo>
                  <a:pt x="78943" y="185737"/>
                </a:lnTo>
                <a:lnTo>
                  <a:pt x="78943" y="171640"/>
                </a:lnTo>
                <a:lnTo>
                  <a:pt x="84823" y="165912"/>
                </a:lnTo>
                <a:lnTo>
                  <a:pt x="99364" y="165912"/>
                </a:lnTo>
                <a:lnTo>
                  <a:pt x="105257" y="171640"/>
                </a:lnTo>
                <a:lnTo>
                  <a:pt x="105257" y="127635"/>
                </a:lnTo>
                <a:lnTo>
                  <a:pt x="49872" y="127635"/>
                </a:lnTo>
                <a:lnTo>
                  <a:pt x="40703" y="129425"/>
                </a:lnTo>
                <a:lnTo>
                  <a:pt x="33210" y="134315"/>
                </a:lnTo>
                <a:lnTo>
                  <a:pt x="28168" y="141579"/>
                </a:lnTo>
                <a:lnTo>
                  <a:pt x="26314" y="150469"/>
                </a:lnTo>
                <a:lnTo>
                  <a:pt x="26314" y="206883"/>
                </a:lnTo>
                <a:lnTo>
                  <a:pt x="28168" y="215785"/>
                </a:lnTo>
                <a:lnTo>
                  <a:pt x="33210" y="223037"/>
                </a:lnTo>
                <a:lnTo>
                  <a:pt x="40703" y="227939"/>
                </a:lnTo>
                <a:lnTo>
                  <a:pt x="49872" y="229730"/>
                </a:lnTo>
                <a:lnTo>
                  <a:pt x="423773" y="229730"/>
                </a:lnTo>
                <a:lnTo>
                  <a:pt x="432943" y="227939"/>
                </a:lnTo>
                <a:lnTo>
                  <a:pt x="440423" y="223037"/>
                </a:lnTo>
                <a:lnTo>
                  <a:pt x="445477" y="215785"/>
                </a:lnTo>
                <a:lnTo>
                  <a:pt x="447319" y="206883"/>
                </a:lnTo>
                <a:lnTo>
                  <a:pt x="447319" y="191439"/>
                </a:lnTo>
                <a:lnTo>
                  <a:pt x="447319" y="165912"/>
                </a:lnTo>
                <a:lnTo>
                  <a:pt x="447319" y="150469"/>
                </a:lnTo>
                <a:close/>
              </a:path>
              <a:path w="473710" h="472440">
                <a:moveTo>
                  <a:pt x="447319" y="22847"/>
                </a:moveTo>
                <a:lnTo>
                  <a:pt x="445477" y="13957"/>
                </a:lnTo>
                <a:lnTo>
                  <a:pt x="440423" y="6692"/>
                </a:lnTo>
                <a:lnTo>
                  <a:pt x="432943" y="1790"/>
                </a:lnTo>
                <a:lnTo>
                  <a:pt x="423773" y="0"/>
                </a:lnTo>
                <a:lnTo>
                  <a:pt x="236816" y="0"/>
                </a:lnTo>
                <a:lnTo>
                  <a:pt x="236816" y="44005"/>
                </a:lnTo>
                <a:lnTo>
                  <a:pt x="236816" y="58102"/>
                </a:lnTo>
                <a:lnTo>
                  <a:pt x="230924" y="63817"/>
                </a:lnTo>
                <a:lnTo>
                  <a:pt x="216395" y="63817"/>
                </a:lnTo>
                <a:lnTo>
                  <a:pt x="210502" y="58102"/>
                </a:lnTo>
                <a:lnTo>
                  <a:pt x="210502" y="44005"/>
                </a:lnTo>
                <a:lnTo>
                  <a:pt x="216395" y="38290"/>
                </a:lnTo>
                <a:lnTo>
                  <a:pt x="230924" y="38290"/>
                </a:lnTo>
                <a:lnTo>
                  <a:pt x="236816" y="44005"/>
                </a:lnTo>
                <a:lnTo>
                  <a:pt x="236816" y="0"/>
                </a:lnTo>
                <a:lnTo>
                  <a:pt x="171043" y="0"/>
                </a:lnTo>
                <a:lnTo>
                  <a:pt x="171043" y="44005"/>
                </a:lnTo>
                <a:lnTo>
                  <a:pt x="171043" y="58102"/>
                </a:lnTo>
                <a:lnTo>
                  <a:pt x="165138" y="63817"/>
                </a:lnTo>
                <a:lnTo>
                  <a:pt x="150609" y="63817"/>
                </a:lnTo>
                <a:lnTo>
                  <a:pt x="144729" y="58102"/>
                </a:lnTo>
                <a:lnTo>
                  <a:pt x="144729" y="44005"/>
                </a:lnTo>
                <a:lnTo>
                  <a:pt x="150609" y="38290"/>
                </a:lnTo>
                <a:lnTo>
                  <a:pt x="165138" y="38290"/>
                </a:lnTo>
                <a:lnTo>
                  <a:pt x="171043" y="44005"/>
                </a:lnTo>
                <a:lnTo>
                  <a:pt x="171043" y="0"/>
                </a:lnTo>
                <a:lnTo>
                  <a:pt x="105257" y="0"/>
                </a:lnTo>
                <a:lnTo>
                  <a:pt x="105257" y="44005"/>
                </a:lnTo>
                <a:lnTo>
                  <a:pt x="105257" y="58102"/>
                </a:lnTo>
                <a:lnTo>
                  <a:pt x="99364" y="63817"/>
                </a:lnTo>
                <a:lnTo>
                  <a:pt x="84823" y="63817"/>
                </a:lnTo>
                <a:lnTo>
                  <a:pt x="78943" y="58102"/>
                </a:lnTo>
                <a:lnTo>
                  <a:pt x="78943" y="44005"/>
                </a:lnTo>
                <a:lnTo>
                  <a:pt x="84823" y="38290"/>
                </a:lnTo>
                <a:lnTo>
                  <a:pt x="99364" y="38290"/>
                </a:lnTo>
                <a:lnTo>
                  <a:pt x="105257" y="44005"/>
                </a:lnTo>
                <a:lnTo>
                  <a:pt x="105257" y="0"/>
                </a:lnTo>
                <a:lnTo>
                  <a:pt x="49872" y="0"/>
                </a:lnTo>
                <a:lnTo>
                  <a:pt x="40703" y="1790"/>
                </a:lnTo>
                <a:lnTo>
                  <a:pt x="33210" y="6692"/>
                </a:lnTo>
                <a:lnTo>
                  <a:pt x="28168" y="13957"/>
                </a:lnTo>
                <a:lnTo>
                  <a:pt x="26314" y="22847"/>
                </a:lnTo>
                <a:lnTo>
                  <a:pt x="26314" y="79260"/>
                </a:lnTo>
                <a:lnTo>
                  <a:pt x="28168" y="88150"/>
                </a:lnTo>
                <a:lnTo>
                  <a:pt x="33210" y="95415"/>
                </a:lnTo>
                <a:lnTo>
                  <a:pt x="40703" y="100304"/>
                </a:lnTo>
                <a:lnTo>
                  <a:pt x="49872" y="102108"/>
                </a:lnTo>
                <a:lnTo>
                  <a:pt x="423773" y="102108"/>
                </a:lnTo>
                <a:lnTo>
                  <a:pt x="432943" y="100304"/>
                </a:lnTo>
                <a:lnTo>
                  <a:pt x="440423" y="95415"/>
                </a:lnTo>
                <a:lnTo>
                  <a:pt x="445477" y="88150"/>
                </a:lnTo>
                <a:lnTo>
                  <a:pt x="447319" y="79260"/>
                </a:lnTo>
                <a:lnTo>
                  <a:pt x="447319" y="63817"/>
                </a:lnTo>
                <a:lnTo>
                  <a:pt x="447319" y="38290"/>
                </a:lnTo>
                <a:lnTo>
                  <a:pt x="447319" y="22847"/>
                </a:lnTo>
                <a:close/>
              </a:path>
              <a:path w="473710" h="472440">
                <a:moveTo>
                  <a:pt x="473633" y="433946"/>
                </a:moveTo>
                <a:lnTo>
                  <a:pt x="282867" y="433946"/>
                </a:lnTo>
                <a:lnTo>
                  <a:pt x="282867" y="472224"/>
                </a:lnTo>
                <a:lnTo>
                  <a:pt x="473633" y="472224"/>
                </a:lnTo>
                <a:lnTo>
                  <a:pt x="473633" y="4339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180160" y="938466"/>
            <a:ext cx="604520" cy="454025"/>
          </a:xfrm>
          <a:custGeom>
            <a:avLst/>
            <a:gdLst/>
            <a:ahLst/>
            <a:cxnLst/>
            <a:rect l="l" t="t" r="r" b="b"/>
            <a:pathLst>
              <a:path w="604520" h="454025">
                <a:moveTo>
                  <a:pt x="433565" y="293243"/>
                </a:moveTo>
                <a:lnTo>
                  <a:pt x="298716" y="133019"/>
                </a:lnTo>
                <a:lnTo>
                  <a:pt x="163855" y="293243"/>
                </a:lnTo>
                <a:lnTo>
                  <a:pt x="246087" y="293243"/>
                </a:lnTo>
                <a:lnTo>
                  <a:pt x="246087" y="453466"/>
                </a:lnTo>
                <a:lnTo>
                  <a:pt x="351332" y="453466"/>
                </a:lnTo>
                <a:lnTo>
                  <a:pt x="351332" y="293243"/>
                </a:lnTo>
                <a:lnTo>
                  <a:pt x="433565" y="293243"/>
                </a:lnTo>
                <a:close/>
              </a:path>
              <a:path w="604520" h="454025">
                <a:moveTo>
                  <a:pt x="604431" y="266496"/>
                </a:moveTo>
                <a:lnTo>
                  <a:pt x="597166" y="230327"/>
                </a:lnTo>
                <a:lnTo>
                  <a:pt x="578624" y="199771"/>
                </a:lnTo>
                <a:lnTo>
                  <a:pt x="551002" y="177380"/>
                </a:lnTo>
                <a:lnTo>
                  <a:pt x="516509" y="165658"/>
                </a:lnTo>
                <a:lnTo>
                  <a:pt x="510311" y="141909"/>
                </a:lnTo>
                <a:lnTo>
                  <a:pt x="485355" y="100596"/>
                </a:lnTo>
                <a:lnTo>
                  <a:pt x="445757" y="71882"/>
                </a:lnTo>
                <a:lnTo>
                  <a:pt x="398068" y="61709"/>
                </a:lnTo>
                <a:lnTo>
                  <a:pt x="373443" y="64185"/>
                </a:lnTo>
                <a:lnTo>
                  <a:pt x="344589" y="31483"/>
                </a:lnTo>
                <a:lnTo>
                  <a:pt x="308152" y="9715"/>
                </a:lnTo>
                <a:lnTo>
                  <a:pt x="266954" y="0"/>
                </a:lnTo>
                <a:lnTo>
                  <a:pt x="223850" y="3505"/>
                </a:lnTo>
                <a:lnTo>
                  <a:pt x="184683" y="20218"/>
                </a:lnTo>
                <a:lnTo>
                  <a:pt x="152654" y="47205"/>
                </a:lnTo>
                <a:lnTo>
                  <a:pt x="129590" y="82372"/>
                </a:lnTo>
                <a:lnTo>
                  <a:pt x="117348" y="123672"/>
                </a:lnTo>
                <a:lnTo>
                  <a:pt x="90068" y="127673"/>
                </a:lnTo>
                <a:lnTo>
                  <a:pt x="42087" y="153022"/>
                </a:lnTo>
                <a:lnTo>
                  <a:pt x="7467" y="203238"/>
                </a:lnTo>
                <a:lnTo>
                  <a:pt x="0" y="235661"/>
                </a:lnTo>
                <a:lnTo>
                  <a:pt x="977" y="268935"/>
                </a:lnTo>
                <a:lnTo>
                  <a:pt x="28460" y="329526"/>
                </a:lnTo>
                <a:lnTo>
                  <a:pt x="81711" y="366191"/>
                </a:lnTo>
                <a:lnTo>
                  <a:pt x="213194" y="372783"/>
                </a:lnTo>
                <a:lnTo>
                  <a:pt x="213194" y="331317"/>
                </a:lnTo>
                <a:lnTo>
                  <a:pt x="115836" y="331165"/>
                </a:lnTo>
                <a:lnTo>
                  <a:pt x="108356" y="330669"/>
                </a:lnTo>
                <a:lnTo>
                  <a:pt x="65798" y="309549"/>
                </a:lnTo>
                <a:lnTo>
                  <a:pt x="40665" y="262102"/>
                </a:lnTo>
                <a:lnTo>
                  <a:pt x="40005" y="239941"/>
                </a:lnTo>
                <a:lnTo>
                  <a:pt x="44945" y="218338"/>
                </a:lnTo>
                <a:lnTo>
                  <a:pt x="55384" y="198450"/>
                </a:lnTo>
                <a:lnTo>
                  <a:pt x="70815" y="182372"/>
                </a:lnTo>
                <a:lnTo>
                  <a:pt x="89611" y="171297"/>
                </a:lnTo>
                <a:lnTo>
                  <a:pt x="110629" y="165709"/>
                </a:lnTo>
                <a:lnTo>
                  <a:pt x="132740" y="166065"/>
                </a:lnTo>
                <a:lnTo>
                  <a:pt x="156095" y="170002"/>
                </a:lnTo>
                <a:lnTo>
                  <a:pt x="156095" y="144170"/>
                </a:lnTo>
                <a:lnTo>
                  <a:pt x="177749" y="80733"/>
                </a:lnTo>
                <a:lnTo>
                  <a:pt x="233121" y="44030"/>
                </a:lnTo>
                <a:lnTo>
                  <a:pt x="266954" y="41744"/>
                </a:lnTo>
                <a:lnTo>
                  <a:pt x="298767" y="50698"/>
                </a:lnTo>
                <a:lnTo>
                  <a:pt x="325983" y="69672"/>
                </a:lnTo>
                <a:lnTo>
                  <a:pt x="345998" y="97434"/>
                </a:lnTo>
                <a:lnTo>
                  <a:pt x="353974" y="113525"/>
                </a:lnTo>
                <a:lnTo>
                  <a:pt x="370471" y="107581"/>
                </a:lnTo>
                <a:lnTo>
                  <a:pt x="389369" y="103314"/>
                </a:lnTo>
                <a:lnTo>
                  <a:pt x="408470" y="103708"/>
                </a:lnTo>
                <a:lnTo>
                  <a:pt x="426935" y="108635"/>
                </a:lnTo>
                <a:lnTo>
                  <a:pt x="458216" y="131470"/>
                </a:lnTo>
                <a:lnTo>
                  <a:pt x="475513" y="166001"/>
                </a:lnTo>
                <a:lnTo>
                  <a:pt x="477837" y="185623"/>
                </a:lnTo>
                <a:lnTo>
                  <a:pt x="477837" y="206451"/>
                </a:lnTo>
                <a:lnTo>
                  <a:pt x="504672" y="206451"/>
                </a:lnTo>
                <a:lnTo>
                  <a:pt x="528523" y="212293"/>
                </a:lnTo>
                <a:lnTo>
                  <a:pt x="547649" y="226466"/>
                </a:lnTo>
                <a:lnTo>
                  <a:pt x="560133" y="246875"/>
                </a:lnTo>
                <a:lnTo>
                  <a:pt x="564083" y="271449"/>
                </a:lnTo>
                <a:lnTo>
                  <a:pt x="558761" y="294678"/>
                </a:lnTo>
                <a:lnTo>
                  <a:pt x="545795" y="313651"/>
                </a:lnTo>
                <a:lnTo>
                  <a:pt x="526961" y="326605"/>
                </a:lnTo>
                <a:lnTo>
                  <a:pt x="504012" y="331762"/>
                </a:lnTo>
                <a:lnTo>
                  <a:pt x="384225" y="331622"/>
                </a:lnTo>
                <a:lnTo>
                  <a:pt x="384225" y="373227"/>
                </a:lnTo>
                <a:lnTo>
                  <a:pt x="504012" y="373354"/>
                </a:lnTo>
                <a:lnTo>
                  <a:pt x="543864" y="364185"/>
                </a:lnTo>
                <a:lnTo>
                  <a:pt x="576033" y="341033"/>
                </a:lnTo>
                <a:lnTo>
                  <a:pt x="597306" y="307327"/>
                </a:lnTo>
                <a:lnTo>
                  <a:pt x="604431" y="2664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5" name="object 25"/>
          <p:cNvGrpSpPr/>
          <p:nvPr/>
        </p:nvGrpSpPr>
        <p:grpSpPr>
          <a:xfrm>
            <a:off x="2103215" y="4786412"/>
            <a:ext cx="534035" cy="299085"/>
            <a:chOff x="2103215" y="4786412"/>
            <a:chExt cx="534035" cy="299085"/>
          </a:xfrm>
        </p:grpSpPr>
        <p:sp>
          <p:nvSpPr>
            <p:cNvPr id="26" name="object 26"/>
            <p:cNvSpPr/>
            <p:nvPr/>
          </p:nvSpPr>
          <p:spPr>
            <a:xfrm>
              <a:off x="2103209" y="4786414"/>
              <a:ext cx="534035" cy="299085"/>
            </a:xfrm>
            <a:custGeom>
              <a:avLst/>
              <a:gdLst/>
              <a:ahLst/>
              <a:cxnLst/>
              <a:rect l="l" t="t" r="r" b="b"/>
              <a:pathLst>
                <a:path w="534035" h="299085">
                  <a:moveTo>
                    <a:pt x="179324" y="270383"/>
                  </a:moveTo>
                  <a:lnTo>
                    <a:pt x="56616" y="147675"/>
                  </a:lnTo>
                  <a:lnTo>
                    <a:pt x="175996" y="28308"/>
                  </a:lnTo>
                  <a:lnTo>
                    <a:pt x="147688" y="0"/>
                  </a:lnTo>
                  <a:lnTo>
                    <a:pt x="0" y="147675"/>
                  </a:lnTo>
                  <a:lnTo>
                    <a:pt x="151015" y="298691"/>
                  </a:lnTo>
                  <a:lnTo>
                    <a:pt x="179324" y="270383"/>
                  </a:lnTo>
                  <a:close/>
                </a:path>
                <a:path w="534035" h="299085">
                  <a:moveTo>
                    <a:pt x="533971" y="147675"/>
                  </a:moveTo>
                  <a:lnTo>
                    <a:pt x="386295" y="0"/>
                  </a:lnTo>
                  <a:lnTo>
                    <a:pt x="357987" y="28308"/>
                  </a:lnTo>
                  <a:lnTo>
                    <a:pt x="477354" y="147675"/>
                  </a:lnTo>
                  <a:lnTo>
                    <a:pt x="354647" y="270383"/>
                  </a:lnTo>
                  <a:lnTo>
                    <a:pt x="382955" y="298691"/>
                  </a:lnTo>
                  <a:lnTo>
                    <a:pt x="533971" y="1476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338491" y="4900705"/>
              <a:ext cx="66763" cy="6676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231670" y="4900705"/>
              <a:ext cx="66763" cy="6676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445312" y="4900705"/>
              <a:ext cx="66763" cy="6676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16205">
              <a:lnSpc>
                <a:spcPct val="100000"/>
              </a:lnSpc>
              <a:spcBef>
                <a:spcPts val="130"/>
              </a:spcBef>
            </a:pPr>
            <a:r>
              <a:rPr sz="2750" spc="105" dirty="0"/>
              <a:t>Dashboard</a:t>
            </a:r>
            <a:r>
              <a:rPr sz="2750" spc="-60" dirty="0"/>
              <a:t> </a:t>
            </a:r>
            <a:r>
              <a:rPr sz="2750" spc="-195" dirty="0"/>
              <a:t>1</a:t>
            </a:r>
            <a:r>
              <a:rPr sz="2750" spc="-75" dirty="0"/>
              <a:t> </a:t>
            </a:r>
            <a:r>
              <a:rPr sz="2750" spc="110" dirty="0"/>
              <a:t>-</a:t>
            </a:r>
            <a:r>
              <a:rPr sz="2750" spc="-70" dirty="0"/>
              <a:t> </a:t>
            </a:r>
            <a:r>
              <a:rPr sz="2750" b="1" dirty="0">
                <a:latin typeface="Arial"/>
                <a:cs typeface="Arial"/>
              </a:rPr>
              <a:t>Risk</a:t>
            </a:r>
            <a:r>
              <a:rPr sz="2750" b="1" spc="65" dirty="0">
                <a:latin typeface="Arial"/>
                <a:cs typeface="Arial"/>
              </a:rPr>
              <a:t> </a:t>
            </a:r>
            <a:r>
              <a:rPr sz="2750" b="1" dirty="0">
                <a:latin typeface="Arial"/>
                <a:cs typeface="Arial"/>
              </a:rPr>
              <a:t>Model</a:t>
            </a:r>
            <a:r>
              <a:rPr sz="2750" b="1" spc="85" dirty="0">
                <a:latin typeface="Arial"/>
                <a:cs typeface="Arial"/>
              </a:rPr>
              <a:t> </a:t>
            </a:r>
            <a:r>
              <a:rPr sz="2750" b="1" dirty="0">
                <a:latin typeface="Arial"/>
                <a:cs typeface="Arial"/>
              </a:rPr>
              <a:t>by</a:t>
            </a:r>
            <a:r>
              <a:rPr sz="2750" b="1" spc="65" dirty="0">
                <a:latin typeface="Arial"/>
                <a:cs typeface="Arial"/>
              </a:rPr>
              <a:t> </a:t>
            </a:r>
            <a:r>
              <a:rPr sz="2750" b="1" spc="-10" dirty="0">
                <a:latin typeface="Arial"/>
                <a:cs typeface="Arial"/>
              </a:rPr>
              <a:t>Count</a:t>
            </a:r>
            <a:endParaRPr sz="275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95800" y="581025"/>
            <a:ext cx="4562475" cy="437197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92759" y="1355089"/>
            <a:ext cx="3432175" cy="19519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color and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size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represents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the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800" dirty="0">
                <a:latin typeface="Arial MT"/>
                <a:cs typeface="Arial MT"/>
              </a:rPr>
              <a:t>event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count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by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model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4"/>
              </a:spcBef>
            </a:pPr>
            <a:endParaRPr sz="1800">
              <a:latin typeface="Arial MT"/>
              <a:cs typeface="Arial MT"/>
            </a:endParaRPr>
          </a:p>
          <a:p>
            <a:pPr marL="12700" marR="5080">
              <a:lnSpc>
                <a:spcPct val="99100"/>
              </a:lnSpc>
            </a:pPr>
            <a:r>
              <a:rPr sz="1800" dirty="0">
                <a:latin typeface="Arial MT"/>
                <a:cs typeface="Arial MT"/>
              </a:rPr>
              <a:t>By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observation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–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Ford,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Caterpillar </a:t>
            </a:r>
            <a:r>
              <a:rPr sz="1800" dirty="0">
                <a:latin typeface="Arial MT"/>
                <a:cs typeface="Arial MT"/>
              </a:rPr>
              <a:t>and Peterbilt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are the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largest representation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spc="105" dirty="0"/>
              <a:t>Dashboard</a:t>
            </a:r>
            <a:r>
              <a:rPr sz="2750" spc="-55" dirty="0"/>
              <a:t> </a:t>
            </a:r>
            <a:r>
              <a:rPr sz="2750" dirty="0"/>
              <a:t>2</a:t>
            </a:r>
            <a:r>
              <a:rPr sz="2750" spc="-80" dirty="0"/>
              <a:t> </a:t>
            </a:r>
            <a:r>
              <a:rPr sz="2750" spc="110" dirty="0"/>
              <a:t>-</a:t>
            </a:r>
            <a:r>
              <a:rPr sz="2750" spc="-70" dirty="0"/>
              <a:t> </a:t>
            </a:r>
            <a:r>
              <a:rPr sz="2750" b="1" dirty="0">
                <a:latin typeface="Arial"/>
                <a:cs typeface="Arial"/>
              </a:rPr>
              <a:t>Risk</a:t>
            </a:r>
            <a:r>
              <a:rPr sz="2750" b="1" spc="55" dirty="0">
                <a:latin typeface="Arial"/>
                <a:cs typeface="Arial"/>
              </a:rPr>
              <a:t> </a:t>
            </a:r>
            <a:r>
              <a:rPr sz="2750" b="1" dirty="0">
                <a:latin typeface="Arial"/>
                <a:cs typeface="Arial"/>
              </a:rPr>
              <a:t>Model</a:t>
            </a:r>
            <a:r>
              <a:rPr sz="2750" b="1" spc="80" dirty="0">
                <a:latin typeface="Arial"/>
                <a:cs typeface="Arial"/>
              </a:rPr>
              <a:t> </a:t>
            </a:r>
            <a:r>
              <a:rPr sz="2750" b="1" dirty="0">
                <a:latin typeface="Arial"/>
                <a:cs typeface="Arial"/>
              </a:rPr>
              <a:t>by</a:t>
            </a:r>
            <a:r>
              <a:rPr sz="2750" b="1" spc="55" dirty="0">
                <a:latin typeface="Arial"/>
                <a:cs typeface="Arial"/>
              </a:rPr>
              <a:t> </a:t>
            </a:r>
            <a:r>
              <a:rPr sz="2750" b="1" spc="-10" dirty="0">
                <a:latin typeface="Arial"/>
                <a:cs typeface="Arial"/>
              </a:rPr>
              <a:t>Drivers</a:t>
            </a:r>
            <a:endParaRPr sz="275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12851" y="638175"/>
            <a:ext cx="8002905" cy="4438650"/>
            <a:chOff x="112851" y="638175"/>
            <a:chExt cx="8002905" cy="44386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10174" y="638175"/>
              <a:ext cx="2905125" cy="111442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2851" y="799549"/>
              <a:ext cx="5078273" cy="427727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00649" y="1743075"/>
              <a:ext cx="2914650" cy="332422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442595">
              <a:lnSpc>
                <a:spcPct val="100000"/>
              </a:lnSpc>
              <a:spcBef>
                <a:spcPts val="130"/>
              </a:spcBef>
            </a:pPr>
            <a:r>
              <a:rPr sz="2750" spc="105" dirty="0"/>
              <a:t>Dashboard</a:t>
            </a:r>
            <a:r>
              <a:rPr sz="2750" spc="-55" dirty="0"/>
              <a:t> </a:t>
            </a:r>
            <a:r>
              <a:rPr sz="2750" dirty="0"/>
              <a:t>2</a:t>
            </a:r>
            <a:r>
              <a:rPr sz="2750" spc="-65" dirty="0"/>
              <a:t> </a:t>
            </a:r>
            <a:r>
              <a:rPr sz="2750" spc="110" dirty="0"/>
              <a:t>-</a:t>
            </a:r>
            <a:r>
              <a:rPr sz="2750" spc="-80" dirty="0"/>
              <a:t> </a:t>
            </a:r>
            <a:r>
              <a:rPr sz="2750" b="1" dirty="0">
                <a:latin typeface="Arial"/>
                <a:cs typeface="Arial"/>
              </a:rPr>
              <a:t>Risk</a:t>
            </a:r>
            <a:r>
              <a:rPr sz="2750" b="1" spc="60" dirty="0">
                <a:latin typeface="Arial"/>
                <a:cs typeface="Arial"/>
              </a:rPr>
              <a:t> </a:t>
            </a:r>
            <a:r>
              <a:rPr sz="2750" b="1" dirty="0">
                <a:latin typeface="Arial"/>
                <a:cs typeface="Arial"/>
              </a:rPr>
              <a:t>Model</a:t>
            </a:r>
            <a:r>
              <a:rPr sz="2750" b="1" spc="90" dirty="0">
                <a:latin typeface="Arial"/>
                <a:cs typeface="Arial"/>
              </a:rPr>
              <a:t> </a:t>
            </a:r>
            <a:r>
              <a:rPr sz="2750" b="1" dirty="0">
                <a:latin typeface="Arial"/>
                <a:cs typeface="Arial"/>
              </a:rPr>
              <a:t>by</a:t>
            </a:r>
            <a:r>
              <a:rPr sz="2750" b="1" spc="55" dirty="0">
                <a:latin typeface="Arial"/>
                <a:cs typeface="Arial"/>
              </a:rPr>
              <a:t> </a:t>
            </a:r>
            <a:r>
              <a:rPr sz="2750" b="1" spc="-10" dirty="0">
                <a:latin typeface="Arial"/>
                <a:cs typeface="Arial"/>
              </a:rPr>
              <a:t>Drivers</a:t>
            </a:r>
            <a:endParaRPr sz="27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49545" y="1158874"/>
            <a:ext cx="3706495" cy="33261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dirty="0">
                <a:latin typeface="Arial MT"/>
                <a:cs typeface="Arial MT"/>
              </a:rPr>
              <a:t>Model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shows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scaled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Risk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Factor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800" dirty="0">
                <a:latin typeface="Arial MT"/>
                <a:cs typeface="Arial MT"/>
              </a:rPr>
              <a:t>Analysis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drivers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800">
              <a:latin typeface="Arial MT"/>
              <a:cs typeface="Arial MT"/>
            </a:endParaRPr>
          </a:p>
          <a:p>
            <a:pPr marL="12700" marR="5080">
              <a:lnSpc>
                <a:spcPct val="99700"/>
              </a:lnSpc>
            </a:pP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model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highlights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riskiest </a:t>
            </a:r>
            <a:r>
              <a:rPr sz="1800" dirty="0">
                <a:latin typeface="Arial MT"/>
                <a:cs typeface="Arial MT"/>
              </a:rPr>
              <a:t>driver,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"A97",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risk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factor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25" dirty="0">
                <a:latin typeface="Arial MT"/>
                <a:cs typeface="Arial MT"/>
              </a:rPr>
              <a:t> 10, </a:t>
            </a:r>
            <a:r>
              <a:rPr sz="1800" dirty="0">
                <a:latin typeface="Arial MT"/>
                <a:cs typeface="Arial MT"/>
              </a:rPr>
              <a:t>significantly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higher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than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any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other driver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1800">
              <a:latin typeface="Arial MT"/>
              <a:cs typeface="Arial MT"/>
            </a:endParaRPr>
          </a:p>
          <a:p>
            <a:pPr marL="12700" marR="40005">
              <a:lnSpc>
                <a:spcPct val="99700"/>
              </a:lnSpc>
            </a:pP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second-</a:t>
            </a:r>
            <a:r>
              <a:rPr sz="1800" dirty="0">
                <a:latin typeface="Arial MT"/>
                <a:cs typeface="Arial MT"/>
              </a:rPr>
              <a:t>highest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risk,</a:t>
            </a:r>
            <a:r>
              <a:rPr sz="1800" spc="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associated </a:t>
            </a:r>
            <a:r>
              <a:rPr sz="1800" dirty="0">
                <a:latin typeface="Arial MT"/>
                <a:cs typeface="Arial MT"/>
              </a:rPr>
              <a:t>with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Driver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"A73",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4.6,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indicating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Driver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"A97"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more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twice </a:t>
            </a:r>
            <a:r>
              <a:rPr sz="1800" dirty="0">
                <a:latin typeface="Arial MT"/>
                <a:cs typeface="Arial MT"/>
              </a:rPr>
              <a:t>as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risky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compared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"A73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0564" y="835025"/>
            <a:ext cx="4721985" cy="414065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130"/>
              </a:spcBef>
            </a:pPr>
            <a:r>
              <a:rPr sz="2750" spc="105" dirty="0"/>
              <a:t>Dashboard</a:t>
            </a:r>
            <a:r>
              <a:rPr sz="2750" spc="-45" dirty="0"/>
              <a:t> </a:t>
            </a:r>
            <a:r>
              <a:rPr sz="2750" dirty="0"/>
              <a:t>3</a:t>
            </a:r>
            <a:r>
              <a:rPr sz="2750" spc="-75" dirty="0"/>
              <a:t> </a:t>
            </a:r>
            <a:r>
              <a:rPr sz="2750" spc="110" dirty="0"/>
              <a:t>-</a:t>
            </a:r>
            <a:r>
              <a:rPr sz="2750" spc="-70" dirty="0"/>
              <a:t> </a:t>
            </a:r>
            <a:r>
              <a:rPr sz="2750" b="1" dirty="0">
                <a:latin typeface="Arial"/>
                <a:cs typeface="Arial"/>
              </a:rPr>
              <a:t>Risk</a:t>
            </a:r>
            <a:r>
              <a:rPr sz="2750" b="1" spc="70" dirty="0">
                <a:latin typeface="Arial"/>
                <a:cs typeface="Arial"/>
              </a:rPr>
              <a:t> </a:t>
            </a:r>
            <a:r>
              <a:rPr sz="2750" b="1" dirty="0">
                <a:latin typeface="Arial"/>
                <a:cs typeface="Arial"/>
              </a:rPr>
              <a:t>Model</a:t>
            </a:r>
            <a:r>
              <a:rPr sz="2750" b="1" spc="90" dirty="0">
                <a:latin typeface="Arial"/>
                <a:cs typeface="Arial"/>
              </a:rPr>
              <a:t> </a:t>
            </a:r>
            <a:r>
              <a:rPr sz="2750" b="1" dirty="0">
                <a:latin typeface="Arial"/>
                <a:cs typeface="Arial"/>
              </a:rPr>
              <a:t>due</a:t>
            </a:r>
            <a:r>
              <a:rPr sz="2750" b="1" spc="145" dirty="0">
                <a:latin typeface="Arial"/>
                <a:cs typeface="Arial"/>
              </a:rPr>
              <a:t> </a:t>
            </a:r>
            <a:r>
              <a:rPr sz="2750" b="1" dirty="0">
                <a:latin typeface="Arial"/>
                <a:cs typeface="Arial"/>
              </a:rPr>
              <a:t>to</a:t>
            </a:r>
            <a:r>
              <a:rPr sz="2750" b="1" spc="65" dirty="0">
                <a:latin typeface="Arial"/>
                <a:cs typeface="Arial"/>
              </a:rPr>
              <a:t> </a:t>
            </a:r>
            <a:r>
              <a:rPr sz="2750" b="1" dirty="0">
                <a:latin typeface="Arial"/>
                <a:cs typeface="Arial"/>
              </a:rPr>
              <a:t>Incidents</a:t>
            </a:r>
            <a:r>
              <a:rPr sz="2750" b="1" spc="60" dirty="0">
                <a:latin typeface="Arial"/>
                <a:cs typeface="Arial"/>
              </a:rPr>
              <a:t> </a:t>
            </a:r>
            <a:r>
              <a:rPr sz="2750" b="1" dirty="0">
                <a:latin typeface="Arial"/>
                <a:cs typeface="Arial"/>
              </a:rPr>
              <a:t>per</a:t>
            </a:r>
            <a:r>
              <a:rPr sz="2750" b="1" spc="80" dirty="0">
                <a:latin typeface="Arial"/>
                <a:cs typeface="Arial"/>
              </a:rPr>
              <a:t> </a:t>
            </a:r>
            <a:r>
              <a:rPr sz="2750" b="1" spc="-25" dirty="0">
                <a:latin typeface="Arial"/>
                <a:cs typeface="Arial"/>
              </a:rPr>
              <a:t>Day</a:t>
            </a:r>
            <a:endParaRPr sz="275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7175" y="960137"/>
            <a:ext cx="4314825" cy="359281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81550" y="1057275"/>
            <a:ext cx="4076700" cy="33718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spc="105" dirty="0"/>
              <a:t>Dashboard</a:t>
            </a:r>
            <a:r>
              <a:rPr sz="2750" spc="-50" dirty="0"/>
              <a:t> </a:t>
            </a:r>
            <a:r>
              <a:rPr sz="2750" dirty="0"/>
              <a:t>3</a:t>
            </a:r>
            <a:r>
              <a:rPr sz="2750" spc="-75" dirty="0"/>
              <a:t> </a:t>
            </a:r>
            <a:r>
              <a:rPr sz="2750" spc="110" dirty="0"/>
              <a:t>-</a:t>
            </a:r>
            <a:r>
              <a:rPr sz="2750" spc="-60" dirty="0"/>
              <a:t> </a:t>
            </a:r>
            <a:r>
              <a:rPr sz="2750" b="1" dirty="0">
                <a:latin typeface="Arial"/>
                <a:cs typeface="Arial"/>
              </a:rPr>
              <a:t>Risk</a:t>
            </a:r>
            <a:r>
              <a:rPr sz="2750" b="1" spc="75" dirty="0">
                <a:latin typeface="Arial"/>
                <a:cs typeface="Arial"/>
              </a:rPr>
              <a:t> </a:t>
            </a:r>
            <a:r>
              <a:rPr sz="2750" b="1" dirty="0">
                <a:latin typeface="Arial"/>
                <a:cs typeface="Arial"/>
              </a:rPr>
              <a:t>Model</a:t>
            </a:r>
            <a:r>
              <a:rPr sz="2750" b="1" spc="95" dirty="0">
                <a:latin typeface="Arial"/>
                <a:cs typeface="Arial"/>
              </a:rPr>
              <a:t> </a:t>
            </a:r>
            <a:r>
              <a:rPr sz="2750" b="1" dirty="0">
                <a:latin typeface="Arial"/>
                <a:cs typeface="Arial"/>
              </a:rPr>
              <a:t>of</a:t>
            </a:r>
            <a:r>
              <a:rPr sz="2750" b="1" spc="15" dirty="0">
                <a:latin typeface="Arial"/>
                <a:cs typeface="Arial"/>
              </a:rPr>
              <a:t> </a:t>
            </a:r>
            <a:r>
              <a:rPr sz="2750" b="1" dirty="0">
                <a:latin typeface="Arial"/>
                <a:cs typeface="Arial"/>
              </a:rPr>
              <a:t>Top</a:t>
            </a:r>
            <a:r>
              <a:rPr sz="2750" b="1" spc="70" dirty="0">
                <a:latin typeface="Arial"/>
                <a:cs typeface="Arial"/>
              </a:rPr>
              <a:t> </a:t>
            </a:r>
            <a:r>
              <a:rPr sz="2750" b="1" dirty="0">
                <a:latin typeface="Arial"/>
                <a:cs typeface="Arial"/>
              </a:rPr>
              <a:t>10</a:t>
            </a:r>
            <a:r>
              <a:rPr sz="2750" b="1" spc="75" dirty="0">
                <a:latin typeface="Arial"/>
                <a:cs typeface="Arial"/>
              </a:rPr>
              <a:t> </a:t>
            </a:r>
            <a:r>
              <a:rPr sz="2750" b="1" dirty="0">
                <a:latin typeface="Arial"/>
                <a:cs typeface="Arial"/>
              </a:rPr>
              <a:t>Driver</a:t>
            </a:r>
            <a:r>
              <a:rPr sz="2750" b="1" spc="85" dirty="0">
                <a:latin typeface="Arial"/>
                <a:cs typeface="Arial"/>
              </a:rPr>
              <a:t> </a:t>
            </a:r>
            <a:r>
              <a:rPr sz="2750" b="1" spc="-10" dirty="0">
                <a:latin typeface="Arial"/>
                <a:cs typeface="Arial"/>
              </a:rPr>
              <a:t>Events</a:t>
            </a:r>
            <a:endParaRPr sz="27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02529" y="2016442"/>
            <a:ext cx="3750310" cy="57721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0899"/>
              </a:lnSpc>
              <a:spcBef>
                <a:spcPts val="80"/>
              </a:spcBef>
            </a:pP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model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highlights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distribution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events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per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driver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8250" y="1061814"/>
            <a:ext cx="3296662" cy="331140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39725">
              <a:lnSpc>
                <a:spcPct val="100000"/>
              </a:lnSpc>
              <a:spcBef>
                <a:spcPts val="130"/>
              </a:spcBef>
            </a:pPr>
            <a:r>
              <a:rPr sz="2750" spc="105" dirty="0"/>
              <a:t>Dashboard</a:t>
            </a:r>
            <a:r>
              <a:rPr sz="2750" spc="-90" dirty="0"/>
              <a:t> </a:t>
            </a:r>
            <a:r>
              <a:rPr sz="2750" spc="85" dirty="0"/>
              <a:t>4</a:t>
            </a:r>
            <a:r>
              <a:rPr sz="2750" spc="-114" dirty="0"/>
              <a:t> </a:t>
            </a:r>
            <a:r>
              <a:rPr sz="2750" spc="110" dirty="0"/>
              <a:t>-</a:t>
            </a:r>
            <a:r>
              <a:rPr sz="2750" spc="-105" dirty="0"/>
              <a:t> </a:t>
            </a:r>
            <a:r>
              <a:rPr sz="2750" spc="95" dirty="0"/>
              <a:t>Risk</a:t>
            </a:r>
            <a:r>
              <a:rPr sz="2750" spc="-65" dirty="0"/>
              <a:t> </a:t>
            </a:r>
            <a:r>
              <a:rPr sz="2750" spc="90" dirty="0"/>
              <a:t>Model</a:t>
            </a:r>
            <a:r>
              <a:rPr sz="2750" spc="-70" dirty="0"/>
              <a:t> </a:t>
            </a:r>
            <a:r>
              <a:rPr sz="2750" spc="80" dirty="0"/>
              <a:t>due</a:t>
            </a:r>
            <a:r>
              <a:rPr sz="2750" spc="-170" dirty="0"/>
              <a:t> </a:t>
            </a:r>
            <a:r>
              <a:rPr sz="2750" spc="50" dirty="0"/>
              <a:t>to</a:t>
            </a:r>
            <a:r>
              <a:rPr sz="2750" spc="-45" dirty="0"/>
              <a:t> </a:t>
            </a:r>
            <a:r>
              <a:rPr sz="2750" spc="90" dirty="0"/>
              <a:t>Speed</a:t>
            </a:r>
            <a:endParaRPr sz="2750"/>
          </a:p>
        </p:txBody>
      </p:sp>
      <p:sp>
        <p:nvSpPr>
          <p:cNvPr id="3" name="object 3"/>
          <p:cNvSpPr txBox="1"/>
          <p:nvPr/>
        </p:nvSpPr>
        <p:spPr>
          <a:xfrm>
            <a:off x="3663569" y="1844992"/>
            <a:ext cx="4997450" cy="1407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Model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shows 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increase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speed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per </a:t>
            </a:r>
            <a:r>
              <a:rPr sz="1800" spc="-10" dirty="0">
                <a:latin typeface="Arial MT"/>
                <a:cs typeface="Arial MT"/>
              </a:rPr>
              <a:t>event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1800">
              <a:latin typeface="Arial MT"/>
              <a:cs typeface="Arial MT"/>
            </a:endParaRPr>
          </a:p>
          <a:p>
            <a:pPr marL="12700" marR="5080">
              <a:lnSpc>
                <a:spcPct val="100899"/>
              </a:lnSpc>
            </a:pP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model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highlights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direct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correlation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between </a:t>
            </a:r>
            <a:r>
              <a:rPr sz="1800" dirty="0">
                <a:latin typeface="Arial MT"/>
                <a:cs typeface="Arial MT"/>
              </a:rPr>
              <a:t>an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increase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speed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occurrence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an </a:t>
            </a:r>
            <a:r>
              <a:rPr sz="1800" spc="-10" dirty="0">
                <a:latin typeface="Arial MT"/>
                <a:cs typeface="Arial MT"/>
              </a:rPr>
              <a:t>event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8175" y="742950"/>
            <a:ext cx="2476500" cy="41338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47675" y="1362138"/>
            <a:ext cx="3515360" cy="2752725"/>
            <a:chOff x="447675" y="1362138"/>
            <a:chExt cx="3515360" cy="2752725"/>
          </a:xfrm>
        </p:grpSpPr>
        <p:sp>
          <p:nvSpPr>
            <p:cNvPr id="3" name="object 3"/>
            <p:cNvSpPr/>
            <p:nvPr/>
          </p:nvSpPr>
          <p:spPr>
            <a:xfrm>
              <a:off x="452437" y="1366900"/>
              <a:ext cx="3505835" cy="2428875"/>
            </a:xfrm>
            <a:custGeom>
              <a:avLst/>
              <a:gdLst/>
              <a:ahLst/>
              <a:cxnLst/>
              <a:rect l="l" t="t" r="r" b="b"/>
              <a:pathLst>
                <a:path w="3505835" h="2428875">
                  <a:moveTo>
                    <a:pt x="3403536" y="0"/>
                  </a:moveTo>
                  <a:lnTo>
                    <a:pt x="101600" y="0"/>
                  </a:lnTo>
                  <a:lnTo>
                    <a:pt x="62161" y="8020"/>
                  </a:lnTo>
                  <a:lnTo>
                    <a:pt x="29854" y="29876"/>
                  </a:lnTo>
                  <a:lnTo>
                    <a:pt x="8020" y="62257"/>
                  </a:lnTo>
                  <a:lnTo>
                    <a:pt x="0" y="101853"/>
                  </a:lnTo>
                  <a:lnTo>
                    <a:pt x="0" y="2326894"/>
                  </a:lnTo>
                  <a:lnTo>
                    <a:pt x="8020" y="2366510"/>
                  </a:lnTo>
                  <a:lnTo>
                    <a:pt x="29854" y="2398934"/>
                  </a:lnTo>
                  <a:lnTo>
                    <a:pt x="62161" y="2420834"/>
                  </a:lnTo>
                  <a:lnTo>
                    <a:pt x="101600" y="2428875"/>
                  </a:lnTo>
                  <a:lnTo>
                    <a:pt x="3403536" y="2428875"/>
                  </a:lnTo>
                  <a:lnTo>
                    <a:pt x="3443059" y="2420834"/>
                  </a:lnTo>
                  <a:lnTo>
                    <a:pt x="3475402" y="2398934"/>
                  </a:lnTo>
                  <a:lnTo>
                    <a:pt x="3497244" y="2366510"/>
                  </a:lnTo>
                  <a:lnTo>
                    <a:pt x="3505263" y="2326894"/>
                  </a:lnTo>
                  <a:lnTo>
                    <a:pt x="3505263" y="101853"/>
                  </a:lnTo>
                  <a:lnTo>
                    <a:pt x="3497244" y="62257"/>
                  </a:lnTo>
                  <a:lnTo>
                    <a:pt x="3475402" y="29876"/>
                  </a:lnTo>
                  <a:lnTo>
                    <a:pt x="3443059" y="8020"/>
                  </a:lnTo>
                  <a:lnTo>
                    <a:pt x="3403536" y="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52437" y="1366900"/>
              <a:ext cx="3505835" cy="2428875"/>
            </a:xfrm>
            <a:custGeom>
              <a:avLst/>
              <a:gdLst/>
              <a:ahLst/>
              <a:cxnLst/>
              <a:rect l="l" t="t" r="r" b="b"/>
              <a:pathLst>
                <a:path w="3505835" h="2428875">
                  <a:moveTo>
                    <a:pt x="101600" y="0"/>
                  </a:moveTo>
                  <a:lnTo>
                    <a:pt x="62161" y="8020"/>
                  </a:lnTo>
                  <a:lnTo>
                    <a:pt x="29854" y="29876"/>
                  </a:lnTo>
                  <a:lnTo>
                    <a:pt x="8020" y="62257"/>
                  </a:lnTo>
                  <a:lnTo>
                    <a:pt x="0" y="101853"/>
                  </a:lnTo>
                  <a:lnTo>
                    <a:pt x="0" y="2326894"/>
                  </a:lnTo>
                  <a:lnTo>
                    <a:pt x="8020" y="2366510"/>
                  </a:lnTo>
                  <a:lnTo>
                    <a:pt x="29854" y="2398934"/>
                  </a:lnTo>
                  <a:lnTo>
                    <a:pt x="62161" y="2420834"/>
                  </a:lnTo>
                  <a:lnTo>
                    <a:pt x="101600" y="2428875"/>
                  </a:lnTo>
                  <a:lnTo>
                    <a:pt x="3403536" y="2428875"/>
                  </a:lnTo>
                  <a:lnTo>
                    <a:pt x="3443059" y="2420834"/>
                  </a:lnTo>
                  <a:lnTo>
                    <a:pt x="3475402" y="2398934"/>
                  </a:lnTo>
                  <a:lnTo>
                    <a:pt x="3497244" y="2366510"/>
                  </a:lnTo>
                  <a:lnTo>
                    <a:pt x="3505263" y="2326894"/>
                  </a:lnTo>
                  <a:lnTo>
                    <a:pt x="3505263" y="101853"/>
                  </a:lnTo>
                  <a:lnTo>
                    <a:pt x="3497244" y="62257"/>
                  </a:lnTo>
                  <a:lnTo>
                    <a:pt x="3475402" y="29876"/>
                  </a:lnTo>
                  <a:lnTo>
                    <a:pt x="3443059" y="8020"/>
                  </a:lnTo>
                  <a:lnTo>
                    <a:pt x="3403536" y="0"/>
                  </a:lnTo>
                  <a:lnTo>
                    <a:pt x="10160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2437" y="3338575"/>
              <a:ext cx="3505835" cy="457200"/>
            </a:xfrm>
            <a:custGeom>
              <a:avLst/>
              <a:gdLst/>
              <a:ahLst/>
              <a:cxnLst/>
              <a:rect l="l" t="t" r="r" b="b"/>
              <a:pathLst>
                <a:path w="3505835" h="457200">
                  <a:moveTo>
                    <a:pt x="3505263" y="0"/>
                  </a:moveTo>
                  <a:lnTo>
                    <a:pt x="0" y="0"/>
                  </a:lnTo>
                  <a:lnTo>
                    <a:pt x="0" y="355346"/>
                  </a:lnTo>
                  <a:lnTo>
                    <a:pt x="8020" y="394888"/>
                  </a:lnTo>
                  <a:lnTo>
                    <a:pt x="29854" y="427275"/>
                  </a:lnTo>
                  <a:lnTo>
                    <a:pt x="62161" y="449161"/>
                  </a:lnTo>
                  <a:lnTo>
                    <a:pt x="101600" y="457200"/>
                  </a:lnTo>
                  <a:lnTo>
                    <a:pt x="3403536" y="457200"/>
                  </a:lnTo>
                  <a:lnTo>
                    <a:pt x="3443059" y="449161"/>
                  </a:lnTo>
                  <a:lnTo>
                    <a:pt x="3475402" y="427275"/>
                  </a:lnTo>
                  <a:lnTo>
                    <a:pt x="3497244" y="394888"/>
                  </a:lnTo>
                  <a:lnTo>
                    <a:pt x="3505263" y="355346"/>
                  </a:lnTo>
                  <a:lnTo>
                    <a:pt x="3505263" y="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2437" y="3338575"/>
              <a:ext cx="3505835" cy="457200"/>
            </a:xfrm>
            <a:custGeom>
              <a:avLst/>
              <a:gdLst/>
              <a:ahLst/>
              <a:cxnLst/>
              <a:rect l="l" t="t" r="r" b="b"/>
              <a:pathLst>
                <a:path w="3505835" h="457200">
                  <a:moveTo>
                    <a:pt x="0" y="0"/>
                  </a:moveTo>
                  <a:lnTo>
                    <a:pt x="0" y="355346"/>
                  </a:lnTo>
                  <a:lnTo>
                    <a:pt x="8020" y="394888"/>
                  </a:lnTo>
                  <a:lnTo>
                    <a:pt x="29854" y="427275"/>
                  </a:lnTo>
                  <a:lnTo>
                    <a:pt x="62161" y="449161"/>
                  </a:lnTo>
                  <a:lnTo>
                    <a:pt x="101600" y="457200"/>
                  </a:lnTo>
                  <a:lnTo>
                    <a:pt x="3403536" y="457200"/>
                  </a:lnTo>
                  <a:lnTo>
                    <a:pt x="3443059" y="449161"/>
                  </a:lnTo>
                  <a:lnTo>
                    <a:pt x="3475402" y="427275"/>
                  </a:lnTo>
                  <a:lnTo>
                    <a:pt x="3497244" y="394888"/>
                  </a:lnTo>
                  <a:lnTo>
                    <a:pt x="3505263" y="355346"/>
                  </a:lnTo>
                  <a:lnTo>
                    <a:pt x="3505263" y="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86000" y="3795750"/>
              <a:ext cx="838200" cy="171450"/>
            </a:xfrm>
            <a:custGeom>
              <a:avLst/>
              <a:gdLst/>
              <a:ahLst/>
              <a:cxnLst/>
              <a:rect l="l" t="t" r="r" b="b"/>
              <a:pathLst>
                <a:path w="838200" h="171450">
                  <a:moveTo>
                    <a:pt x="838161" y="0"/>
                  </a:moveTo>
                  <a:lnTo>
                    <a:pt x="0" y="0"/>
                  </a:lnTo>
                  <a:lnTo>
                    <a:pt x="0" y="171386"/>
                  </a:lnTo>
                  <a:lnTo>
                    <a:pt x="838161" y="171386"/>
                  </a:lnTo>
                  <a:lnTo>
                    <a:pt x="838161" y="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786000" y="3795750"/>
              <a:ext cx="838200" cy="171450"/>
            </a:xfrm>
            <a:custGeom>
              <a:avLst/>
              <a:gdLst/>
              <a:ahLst/>
              <a:cxnLst/>
              <a:rect l="l" t="t" r="r" b="b"/>
              <a:pathLst>
                <a:path w="838200" h="171450">
                  <a:moveTo>
                    <a:pt x="0" y="171386"/>
                  </a:moveTo>
                  <a:lnTo>
                    <a:pt x="838161" y="171386"/>
                  </a:lnTo>
                  <a:lnTo>
                    <a:pt x="838161" y="0"/>
                  </a:lnTo>
                  <a:lnTo>
                    <a:pt x="0" y="0"/>
                  </a:lnTo>
                  <a:lnTo>
                    <a:pt x="0" y="171386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376425" y="3967162"/>
              <a:ext cx="1657350" cy="142875"/>
            </a:xfrm>
            <a:custGeom>
              <a:avLst/>
              <a:gdLst/>
              <a:ahLst/>
              <a:cxnLst/>
              <a:rect l="l" t="t" r="r" b="b"/>
              <a:pathLst>
                <a:path w="1657350" h="142875">
                  <a:moveTo>
                    <a:pt x="1517142" y="0"/>
                  </a:moveTo>
                  <a:lnTo>
                    <a:pt x="140081" y="0"/>
                  </a:lnTo>
                  <a:lnTo>
                    <a:pt x="95861" y="7206"/>
                  </a:lnTo>
                  <a:lnTo>
                    <a:pt x="57415" y="27333"/>
                  </a:lnTo>
                  <a:lnTo>
                    <a:pt x="27070" y="58144"/>
                  </a:lnTo>
                  <a:lnTo>
                    <a:pt x="7155" y="97404"/>
                  </a:lnTo>
                  <a:lnTo>
                    <a:pt x="0" y="142875"/>
                  </a:lnTo>
                  <a:lnTo>
                    <a:pt x="1657350" y="142875"/>
                  </a:lnTo>
                  <a:lnTo>
                    <a:pt x="1650181" y="97404"/>
                  </a:lnTo>
                  <a:lnTo>
                    <a:pt x="1630234" y="58144"/>
                  </a:lnTo>
                  <a:lnTo>
                    <a:pt x="1599852" y="27333"/>
                  </a:lnTo>
                  <a:lnTo>
                    <a:pt x="1561374" y="7206"/>
                  </a:lnTo>
                  <a:lnTo>
                    <a:pt x="1517142" y="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376425" y="3967162"/>
              <a:ext cx="1657350" cy="142875"/>
            </a:xfrm>
            <a:custGeom>
              <a:avLst/>
              <a:gdLst/>
              <a:ahLst/>
              <a:cxnLst/>
              <a:rect l="l" t="t" r="r" b="b"/>
              <a:pathLst>
                <a:path w="1657350" h="142875">
                  <a:moveTo>
                    <a:pt x="140081" y="0"/>
                  </a:moveTo>
                  <a:lnTo>
                    <a:pt x="95861" y="7206"/>
                  </a:lnTo>
                  <a:lnTo>
                    <a:pt x="57415" y="27333"/>
                  </a:lnTo>
                  <a:lnTo>
                    <a:pt x="27070" y="58144"/>
                  </a:lnTo>
                  <a:lnTo>
                    <a:pt x="7155" y="97404"/>
                  </a:lnTo>
                  <a:lnTo>
                    <a:pt x="0" y="142875"/>
                  </a:lnTo>
                  <a:lnTo>
                    <a:pt x="1657350" y="142875"/>
                  </a:lnTo>
                  <a:lnTo>
                    <a:pt x="1650181" y="97404"/>
                  </a:lnTo>
                  <a:lnTo>
                    <a:pt x="1630234" y="58144"/>
                  </a:lnTo>
                  <a:lnTo>
                    <a:pt x="1599852" y="27333"/>
                  </a:lnTo>
                  <a:lnTo>
                    <a:pt x="1561374" y="7206"/>
                  </a:lnTo>
                  <a:lnTo>
                    <a:pt x="1517142" y="0"/>
                  </a:lnTo>
                  <a:lnTo>
                    <a:pt x="140081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781175" y="3791008"/>
              <a:ext cx="838200" cy="47625"/>
            </a:xfrm>
            <a:custGeom>
              <a:avLst/>
              <a:gdLst/>
              <a:ahLst/>
              <a:cxnLst/>
              <a:rect l="l" t="t" r="r" b="b"/>
              <a:pathLst>
                <a:path w="838200" h="47625">
                  <a:moveTo>
                    <a:pt x="838161" y="0"/>
                  </a:moveTo>
                  <a:lnTo>
                    <a:pt x="0" y="0"/>
                  </a:lnTo>
                  <a:lnTo>
                    <a:pt x="0" y="47566"/>
                  </a:lnTo>
                  <a:lnTo>
                    <a:pt x="838161" y="47566"/>
                  </a:lnTo>
                  <a:lnTo>
                    <a:pt x="838161" y="0"/>
                  </a:lnTo>
                  <a:close/>
                </a:path>
              </a:pathLst>
            </a:custGeom>
            <a:solidFill>
              <a:srgbClr val="C4C4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52488" y="1466849"/>
              <a:ext cx="3295650" cy="1762125"/>
            </a:xfrm>
            <a:custGeom>
              <a:avLst/>
              <a:gdLst/>
              <a:ahLst/>
              <a:cxnLst/>
              <a:rect l="l" t="t" r="r" b="b"/>
              <a:pathLst>
                <a:path w="3295650" h="1762125">
                  <a:moveTo>
                    <a:pt x="3295523" y="0"/>
                  </a:moveTo>
                  <a:lnTo>
                    <a:pt x="0" y="0"/>
                  </a:lnTo>
                  <a:lnTo>
                    <a:pt x="0" y="1762125"/>
                  </a:lnTo>
                  <a:lnTo>
                    <a:pt x="3295523" y="1762125"/>
                  </a:lnTo>
                  <a:lnTo>
                    <a:pt x="3295523" y="0"/>
                  </a:lnTo>
                  <a:close/>
                </a:path>
              </a:pathLst>
            </a:custGeom>
            <a:solidFill>
              <a:srgbClr val="212830">
                <a:alpha val="949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7675" y="1543049"/>
              <a:ext cx="1114425" cy="65722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86125" y="1552574"/>
              <a:ext cx="333375" cy="65722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85950" y="1543049"/>
              <a:ext cx="800100" cy="66675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76350" y="2371725"/>
              <a:ext cx="571500" cy="79057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43175" y="2466975"/>
              <a:ext cx="676275" cy="695325"/>
            </a:xfrm>
            <a:prstGeom prst="rect">
              <a:avLst/>
            </a:prstGeom>
          </p:spPr>
        </p:pic>
      </p:grp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7528" rIns="0" bIns="0" rtlCol="0">
            <a:spAutoFit/>
          </a:bodyPr>
          <a:lstStyle/>
          <a:p>
            <a:pPr marL="183515">
              <a:lnSpc>
                <a:spcPct val="100000"/>
              </a:lnSpc>
              <a:spcBef>
                <a:spcPts val="130"/>
              </a:spcBef>
            </a:pPr>
            <a:r>
              <a:rPr sz="2900" spc="45" dirty="0"/>
              <a:t>Conclusion</a:t>
            </a:r>
            <a:endParaRPr sz="2900"/>
          </a:p>
        </p:txBody>
      </p:sp>
      <p:sp>
        <p:nvSpPr>
          <p:cNvPr id="19" name="object 1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To</a:t>
            </a:r>
            <a:r>
              <a:rPr spc="-30" dirty="0"/>
              <a:t> </a:t>
            </a:r>
            <a:r>
              <a:rPr dirty="0"/>
              <a:t>mitigate</a:t>
            </a:r>
            <a:r>
              <a:rPr spc="-25" dirty="0"/>
              <a:t> </a:t>
            </a:r>
            <a:r>
              <a:rPr dirty="0"/>
              <a:t>risk,</a:t>
            </a:r>
            <a:r>
              <a:rPr spc="-50" dirty="0"/>
              <a:t> </a:t>
            </a:r>
            <a:r>
              <a:rPr dirty="0"/>
              <a:t>we</a:t>
            </a:r>
            <a:r>
              <a:rPr spc="-25" dirty="0"/>
              <a:t> </a:t>
            </a:r>
            <a:r>
              <a:rPr spc="-10" dirty="0"/>
              <a:t>should:</a:t>
            </a: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pc="-10" dirty="0"/>
          </a:p>
          <a:p>
            <a:pPr marL="298450" indent="-285750">
              <a:lnSpc>
                <a:spcPct val="100000"/>
              </a:lnSpc>
              <a:buChar char="•"/>
              <a:tabLst>
                <a:tab pos="298450" algn="l"/>
              </a:tabLst>
            </a:pPr>
            <a:r>
              <a:rPr dirty="0"/>
              <a:t>Train</a:t>
            </a:r>
            <a:r>
              <a:rPr spc="-30" dirty="0"/>
              <a:t> </a:t>
            </a:r>
            <a:r>
              <a:rPr dirty="0"/>
              <a:t>drivers</a:t>
            </a:r>
            <a:r>
              <a:rPr spc="5" dirty="0"/>
              <a:t> </a:t>
            </a:r>
            <a:r>
              <a:rPr dirty="0"/>
              <a:t>with</a:t>
            </a:r>
            <a:r>
              <a:rPr spc="-20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dirty="0"/>
              <a:t>highest</a:t>
            </a:r>
            <a:r>
              <a:rPr spc="-45" dirty="0"/>
              <a:t> </a:t>
            </a:r>
            <a:r>
              <a:rPr dirty="0"/>
              <a:t>risk</a:t>
            </a:r>
            <a:r>
              <a:rPr spc="-65" dirty="0"/>
              <a:t> </a:t>
            </a:r>
            <a:r>
              <a:rPr spc="-10" dirty="0"/>
              <a:t>factors</a:t>
            </a:r>
          </a:p>
          <a:p>
            <a:pPr marL="298450" indent="-285750">
              <a:lnSpc>
                <a:spcPct val="100000"/>
              </a:lnSpc>
              <a:spcBef>
                <a:spcPts val="1670"/>
              </a:spcBef>
              <a:buChar char="•"/>
              <a:tabLst>
                <a:tab pos="298450" algn="l"/>
              </a:tabLst>
            </a:pPr>
            <a:r>
              <a:rPr dirty="0"/>
              <a:t>Raise</a:t>
            </a:r>
            <a:r>
              <a:rPr spc="-40" dirty="0"/>
              <a:t> </a:t>
            </a:r>
            <a:r>
              <a:rPr dirty="0"/>
              <a:t>awareness</a:t>
            </a:r>
            <a:r>
              <a:rPr spc="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safe</a:t>
            </a:r>
            <a:r>
              <a:rPr spc="-20" dirty="0"/>
              <a:t> </a:t>
            </a:r>
            <a:r>
              <a:rPr dirty="0"/>
              <a:t>driving</a:t>
            </a:r>
            <a:r>
              <a:rPr spc="-20" dirty="0"/>
              <a:t> </a:t>
            </a:r>
            <a:r>
              <a:rPr spc="-10" dirty="0"/>
              <a:t>practices</a:t>
            </a:r>
          </a:p>
          <a:p>
            <a:pPr>
              <a:lnSpc>
                <a:spcPct val="100000"/>
              </a:lnSpc>
              <a:spcBef>
                <a:spcPts val="130"/>
              </a:spcBef>
              <a:buFont typeface="Arial MT"/>
              <a:buChar char="•"/>
            </a:pPr>
            <a:endParaRPr spc="-10" dirty="0"/>
          </a:p>
          <a:p>
            <a:pPr marL="298450" indent="-285750">
              <a:lnSpc>
                <a:spcPct val="100000"/>
              </a:lnSpc>
              <a:buChar char="•"/>
              <a:tabLst>
                <a:tab pos="298450" algn="l"/>
              </a:tabLst>
            </a:pPr>
            <a:r>
              <a:rPr dirty="0"/>
              <a:t>Top</a:t>
            </a:r>
            <a:r>
              <a:rPr spc="-35" dirty="0"/>
              <a:t> </a:t>
            </a:r>
            <a:r>
              <a:rPr dirty="0"/>
              <a:t>rated</a:t>
            </a:r>
            <a:r>
              <a:rPr spc="-20" dirty="0"/>
              <a:t> </a:t>
            </a:r>
            <a:r>
              <a:rPr dirty="0"/>
              <a:t>drivers</a:t>
            </a:r>
            <a:r>
              <a:rPr spc="5" dirty="0"/>
              <a:t> </a:t>
            </a:r>
            <a:r>
              <a:rPr dirty="0"/>
              <a:t>with</a:t>
            </a:r>
            <a:r>
              <a:rPr spc="-25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most</a:t>
            </a:r>
            <a:r>
              <a:rPr spc="-45" dirty="0"/>
              <a:t> </a:t>
            </a:r>
            <a:r>
              <a:rPr dirty="0"/>
              <a:t>miles</a:t>
            </a:r>
            <a:r>
              <a:rPr spc="5" dirty="0"/>
              <a:t> </a:t>
            </a:r>
            <a:r>
              <a:rPr spc="-25" dirty="0"/>
              <a:t>to</a:t>
            </a:r>
          </a:p>
          <a:p>
            <a:pPr marL="298450">
              <a:lnSpc>
                <a:spcPct val="100000"/>
              </a:lnSpc>
              <a:spcBef>
                <a:spcPts val="15"/>
              </a:spcBef>
            </a:pPr>
            <a:r>
              <a:rPr dirty="0"/>
              <a:t>train</a:t>
            </a:r>
            <a:r>
              <a:rPr spc="-50" dirty="0"/>
              <a:t> </a:t>
            </a:r>
            <a:r>
              <a:rPr dirty="0"/>
              <a:t>high-risk</a:t>
            </a:r>
            <a:r>
              <a:rPr spc="-20" dirty="0"/>
              <a:t> </a:t>
            </a:r>
            <a:r>
              <a:rPr spc="-10" dirty="0"/>
              <a:t>drivers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5363" y="1190625"/>
            <a:ext cx="2514561" cy="333371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8210" y="95249"/>
            <a:ext cx="2368550" cy="878840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33375" marR="5080" indent="-321310">
              <a:lnSpc>
                <a:spcPct val="102499"/>
              </a:lnSpc>
              <a:spcBef>
                <a:spcPts val="45"/>
              </a:spcBef>
            </a:pPr>
            <a:r>
              <a:rPr sz="2750" dirty="0"/>
              <a:t>Extra</a:t>
            </a:r>
            <a:r>
              <a:rPr sz="2750" spc="-75" dirty="0"/>
              <a:t> </a:t>
            </a:r>
            <a:r>
              <a:rPr sz="2750" spc="-10" dirty="0"/>
              <a:t>Analysis: </a:t>
            </a:r>
            <a:r>
              <a:rPr sz="2750" spc="55" dirty="0"/>
              <a:t>Salesforce</a:t>
            </a:r>
            <a:endParaRPr sz="2750"/>
          </a:p>
        </p:txBody>
      </p:sp>
      <p:grpSp>
        <p:nvGrpSpPr>
          <p:cNvPr id="4" name="object 4"/>
          <p:cNvGrpSpPr/>
          <p:nvPr/>
        </p:nvGrpSpPr>
        <p:grpSpPr>
          <a:xfrm>
            <a:off x="4019550" y="141796"/>
            <a:ext cx="4848225" cy="4697095"/>
            <a:chOff x="4019550" y="141796"/>
            <a:chExt cx="4848225" cy="469709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19550" y="141796"/>
              <a:ext cx="4848225" cy="300516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21836" y="2324100"/>
              <a:ext cx="4845939" cy="25146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90487" y="1676400"/>
            <a:ext cx="2962925" cy="245724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921" rIns="0" bIns="0" rtlCol="0">
            <a:spAutoFit/>
          </a:bodyPr>
          <a:lstStyle/>
          <a:p>
            <a:pPr marL="3028315">
              <a:lnSpc>
                <a:spcPct val="100000"/>
              </a:lnSpc>
              <a:spcBef>
                <a:spcPts val="130"/>
              </a:spcBef>
            </a:pPr>
            <a:r>
              <a:rPr spc="75" dirty="0"/>
              <a:t>Thank</a:t>
            </a:r>
            <a:r>
              <a:rPr spc="-225" dirty="0"/>
              <a:t> </a:t>
            </a:r>
            <a:r>
              <a:rPr spc="125" dirty="0"/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305</Words>
  <Application>Microsoft Macintosh PowerPoint</Application>
  <PresentationFormat>On-screen Show (16:9)</PresentationFormat>
  <Paragraphs>49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Arial MT</vt:lpstr>
      <vt:lpstr>Trebuchet MS</vt:lpstr>
      <vt:lpstr>Office Theme</vt:lpstr>
      <vt:lpstr>Truck-Fleet Risk Analysis</vt:lpstr>
      <vt:lpstr>Agenda</vt:lpstr>
      <vt:lpstr>Problem Statement</vt:lpstr>
      <vt:lpstr>Process Flow</vt:lpstr>
      <vt:lpstr>Dashboard 1 - Risk Model by Count</vt:lpstr>
      <vt:lpstr>Dashboard 2 - Risk Model by Drivers</vt:lpstr>
      <vt:lpstr>Dashboard 2 - Risk Model by Drivers</vt:lpstr>
      <vt:lpstr>Dashboard 3 - Risk Model due to Incidents per Day</vt:lpstr>
      <vt:lpstr>Dashboard 3 - Risk Model of Top 10 Driver Events</vt:lpstr>
      <vt:lpstr>Dashboard 4 - Risk Model due to Speed</vt:lpstr>
      <vt:lpstr>Conclusion</vt:lpstr>
      <vt:lpstr>Extra Analysis: Salesforce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Thiagarajan, Rohith</cp:lastModifiedBy>
  <cp:revision>2</cp:revision>
  <dcterms:created xsi:type="dcterms:W3CDTF">2026-04-09T15:18:41Z</dcterms:created>
  <dcterms:modified xsi:type="dcterms:W3CDTF">2026-05-04T17:06:12Z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2025-01-05T00:00:00Z</vt:filetime>
  </property>
  <property fmtid="{D5CDD505-2E9C-101B-9397-08002B2CF9AE}" pid="3" name="LastSaved">
    <vt:filetime>2026-04-09T00:00:00Z</vt:filetime>
  </property>
</Properties>
</file>